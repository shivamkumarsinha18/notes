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handoutMasterIdLst>
    <p:handoutMasterId r:id="rId8"/>
  </p:handoutMasterIdLst>
  <p:sldIdLst>
    <p:sldId id="282" r:id="rId6"/>
    <p:sldId id="28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A3D9"/>
    <a:srgbClr val="3F9FD8"/>
    <a:srgbClr val="004880"/>
    <a:srgbClr val="FFDF7D"/>
    <a:srgbClr val="66B3E4"/>
    <a:srgbClr val="ECECEC"/>
    <a:srgbClr val="7FA3BF"/>
    <a:srgbClr val="595959"/>
    <a:srgbClr val="F9F0E0"/>
    <a:srgbClr val="F2F7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37" autoAdjust="0"/>
    <p:restoredTop sz="94660"/>
  </p:normalViewPr>
  <p:slideViewPr>
    <p:cSldViewPr snapToGrid="0">
      <p:cViewPr varScale="1">
        <p:scale>
          <a:sx n="73" d="100"/>
          <a:sy n="73" d="100"/>
        </p:scale>
        <p:origin x="86" y="178"/>
      </p:cViewPr>
      <p:guideLst/>
    </p:cSldViewPr>
  </p:slideViewPr>
  <p:notesTextViewPr>
    <p:cViewPr>
      <p:scale>
        <a:sx n="1" d="1"/>
        <a:sy n="1" d="1"/>
      </p:scale>
      <p:origin x="0" y="0"/>
    </p:cViewPr>
  </p:notesTextViewPr>
  <p:notesViewPr>
    <p:cSldViewPr snapToGrid="0">
      <p:cViewPr varScale="1">
        <p:scale>
          <a:sx n="65" d="100"/>
          <a:sy n="65" d="100"/>
        </p:scale>
        <p:origin x="3154"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 /><Relationship Id="rId3" Type="http://schemas.openxmlformats.org/officeDocument/2006/relationships/customXml" Target="../customXml/item3.xml" /><Relationship Id="rId7" Type="http://schemas.openxmlformats.org/officeDocument/2006/relationships/slide" Target="slides/slide2.xml" /><Relationship Id="rId12" Type="http://schemas.openxmlformats.org/officeDocument/2006/relationships/tableStyles" Target="tableStyles.xml" /><Relationship Id="rId2" Type="http://schemas.openxmlformats.org/officeDocument/2006/relationships/customXml" Target="../customXml/item2.xml" /><Relationship Id="rId1" Type="http://schemas.openxmlformats.org/officeDocument/2006/relationships/customXml" Target="../customXml/item1.xml" /><Relationship Id="rId6" Type="http://schemas.openxmlformats.org/officeDocument/2006/relationships/slide" Target="slides/slide1.xml" /><Relationship Id="rId11" Type="http://schemas.openxmlformats.org/officeDocument/2006/relationships/theme" Target="theme/theme1.xml" /><Relationship Id="rId5" Type="http://schemas.openxmlformats.org/officeDocument/2006/relationships/slideMaster" Target="slideMasters/slideMaster1.xml" /><Relationship Id="rId10" Type="http://schemas.openxmlformats.org/officeDocument/2006/relationships/viewProps" Target="viewProps.xml" /><Relationship Id="rId4" Type="http://schemas.openxmlformats.org/officeDocument/2006/relationships/customXml" Target="../customXml/item4.xml" /><Relationship Id="rId9" Type="http://schemas.openxmlformats.org/officeDocument/2006/relationships/presProps" Target="presProps.xml" /></Relationships>
</file>

<file path=ppt/diagrams/_rels/data1.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svg" /><Relationship Id="rId1" Type="http://schemas.openxmlformats.org/officeDocument/2006/relationships/image" Target="../media/image7.png" /><Relationship Id="rId6" Type="http://schemas.openxmlformats.org/officeDocument/2006/relationships/image" Target="../media/image12.svg" /><Relationship Id="rId5" Type="http://schemas.openxmlformats.org/officeDocument/2006/relationships/image" Target="../media/image11.png" /><Relationship Id="rId4" Type="http://schemas.openxmlformats.org/officeDocument/2006/relationships/image" Target="../media/image10.svg" /></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svg" /><Relationship Id="rId1" Type="http://schemas.openxmlformats.org/officeDocument/2006/relationships/image" Target="../media/image7.png" /><Relationship Id="rId6" Type="http://schemas.openxmlformats.org/officeDocument/2006/relationships/image" Target="../media/image12.svg" /><Relationship Id="rId5" Type="http://schemas.openxmlformats.org/officeDocument/2006/relationships/image" Target="../media/image11.png" /><Relationship Id="rId4" Type="http://schemas.openxmlformats.org/officeDocument/2006/relationships/image" Target="../media/image10.svg"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5FDFDE-735F-4AC1-B579-843EAF0F4C3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1BBEF52-0EF1-4945-B7C4-17C6F00EF206}">
      <dgm:prSet/>
      <dgm:spPr/>
      <dgm:t>
        <a:bodyPr/>
        <a:lstStyle/>
        <a:p>
          <a:r>
            <a:rPr lang="en-US" b="1"/>
            <a:t>TCP/IP is a practical communication model that explains how data is created, transmitted, and received across networks. It is the foundation of the internet and is used by all modern devices for communication.</a:t>
          </a:r>
          <a:br>
            <a:rPr lang="en-US" b="1"/>
          </a:br>
          <a:endParaRPr lang="en-US"/>
        </a:p>
      </dgm:t>
    </dgm:pt>
    <dgm:pt modelId="{B4B91807-6FA6-44E8-82FD-4FFED4F7A5AD}" type="parTrans" cxnId="{4A04E9E8-06A2-461B-A8A2-DA938B672E95}">
      <dgm:prSet/>
      <dgm:spPr/>
      <dgm:t>
        <a:bodyPr/>
        <a:lstStyle/>
        <a:p>
          <a:endParaRPr lang="en-US"/>
        </a:p>
      </dgm:t>
    </dgm:pt>
    <dgm:pt modelId="{ABF5D176-FCC9-47DD-8437-837C787AB26B}" type="sibTrans" cxnId="{4A04E9E8-06A2-461B-A8A2-DA938B672E95}">
      <dgm:prSet/>
      <dgm:spPr/>
      <dgm:t>
        <a:bodyPr/>
        <a:lstStyle/>
        <a:p>
          <a:endParaRPr lang="en-US"/>
        </a:p>
      </dgm:t>
    </dgm:pt>
    <dgm:pt modelId="{598BA4A6-14BD-48CC-AF42-12C266389B9C}">
      <dgm:prSet/>
      <dgm:spPr/>
      <dgm:t>
        <a:bodyPr/>
        <a:lstStyle/>
        <a:p>
          <a:r>
            <a:rPr lang="en-US" b="1"/>
            <a:t>TCP/IP is needed to ensure different devices and networks follow common rules to communicate smoothly. It provides reliable data transfer, proper addressing, and supports essential services like web browsing and email.</a:t>
          </a:r>
          <a:endParaRPr lang="en-US"/>
        </a:p>
      </dgm:t>
    </dgm:pt>
    <dgm:pt modelId="{24A6E847-E8EA-45BF-B7D0-BF1EC6EFD7B4}" type="parTrans" cxnId="{7DB30B84-46F1-463D-8459-21085CA60976}">
      <dgm:prSet/>
      <dgm:spPr/>
      <dgm:t>
        <a:bodyPr/>
        <a:lstStyle/>
        <a:p>
          <a:endParaRPr lang="en-US"/>
        </a:p>
      </dgm:t>
    </dgm:pt>
    <dgm:pt modelId="{0ADC68CE-D8BC-4A8D-BC26-9E0BB719E6AD}" type="sibTrans" cxnId="{7DB30B84-46F1-463D-8459-21085CA60976}">
      <dgm:prSet/>
      <dgm:spPr/>
      <dgm:t>
        <a:bodyPr/>
        <a:lstStyle/>
        <a:p>
          <a:endParaRPr lang="en-US"/>
        </a:p>
      </dgm:t>
    </dgm:pt>
    <dgm:pt modelId="{8BD6881A-A69A-42E3-9E11-DCA0E6D25028}">
      <dgm:prSet/>
      <dgm:spPr/>
      <dgm:t>
        <a:bodyPr/>
        <a:lstStyle/>
        <a:p>
          <a:r>
            <a:rPr lang="en-US" b="1"/>
            <a:t>TCP/IP won because it was simpler, faster to implement, and already used in real networks before OSI was completed. It became the global standard for the internet, while OSI stayed mostly theoretical.</a:t>
          </a:r>
          <a:endParaRPr lang="en-US"/>
        </a:p>
      </dgm:t>
    </dgm:pt>
    <dgm:pt modelId="{336C93C1-1542-4A1E-AD8B-14886F39B011}" type="parTrans" cxnId="{DC6EE133-47E7-4326-A688-9895FBC8F5DC}">
      <dgm:prSet/>
      <dgm:spPr/>
      <dgm:t>
        <a:bodyPr/>
        <a:lstStyle/>
        <a:p>
          <a:endParaRPr lang="en-US"/>
        </a:p>
      </dgm:t>
    </dgm:pt>
    <dgm:pt modelId="{BA216A42-956D-45E6-B2FB-CF19290601E6}" type="sibTrans" cxnId="{DC6EE133-47E7-4326-A688-9895FBC8F5DC}">
      <dgm:prSet/>
      <dgm:spPr/>
      <dgm:t>
        <a:bodyPr/>
        <a:lstStyle/>
        <a:p>
          <a:endParaRPr lang="en-US"/>
        </a:p>
      </dgm:t>
    </dgm:pt>
    <dgm:pt modelId="{6D8E86DB-0D0E-4792-BEE7-5027B603AE51}" type="pres">
      <dgm:prSet presAssocID="{975FDFDE-735F-4AC1-B579-843EAF0F4C3B}" presName="root" presStyleCnt="0">
        <dgm:presLayoutVars>
          <dgm:dir/>
          <dgm:resizeHandles val="exact"/>
        </dgm:presLayoutVars>
      </dgm:prSet>
      <dgm:spPr/>
    </dgm:pt>
    <dgm:pt modelId="{5E651B40-201D-42CF-8DB5-B5FA5D790982}" type="pres">
      <dgm:prSet presAssocID="{51BBEF52-0EF1-4945-B7C4-17C6F00EF206}" presName="compNode" presStyleCnt="0"/>
      <dgm:spPr/>
    </dgm:pt>
    <dgm:pt modelId="{62C94BDB-AB3A-49D9-8468-D503D1F09E0F}" type="pres">
      <dgm:prSet presAssocID="{51BBEF52-0EF1-4945-B7C4-17C6F00EF206}" presName="bgRect" presStyleLbl="bgShp" presStyleIdx="0" presStyleCnt="3"/>
      <dgm:spPr/>
    </dgm:pt>
    <dgm:pt modelId="{62A92109-9F42-4636-A336-414EA9BA1A68}" type="pres">
      <dgm:prSet presAssocID="{51BBEF52-0EF1-4945-B7C4-17C6F00EF20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E84C6770-2D77-4092-94AA-22A5CA8D144B}" type="pres">
      <dgm:prSet presAssocID="{51BBEF52-0EF1-4945-B7C4-17C6F00EF206}" presName="spaceRect" presStyleCnt="0"/>
      <dgm:spPr/>
    </dgm:pt>
    <dgm:pt modelId="{90B8F05E-444B-445E-B972-CD1500995B6D}" type="pres">
      <dgm:prSet presAssocID="{51BBEF52-0EF1-4945-B7C4-17C6F00EF206}" presName="parTx" presStyleLbl="revTx" presStyleIdx="0" presStyleCnt="3">
        <dgm:presLayoutVars>
          <dgm:chMax val="0"/>
          <dgm:chPref val="0"/>
        </dgm:presLayoutVars>
      </dgm:prSet>
      <dgm:spPr/>
    </dgm:pt>
    <dgm:pt modelId="{6872C8B5-5427-444C-A7A1-7A7B1F183626}" type="pres">
      <dgm:prSet presAssocID="{ABF5D176-FCC9-47DD-8437-837C787AB26B}" presName="sibTrans" presStyleCnt="0"/>
      <dgm:spPr/>
    </dgm:pt>
    <dgm:pt modelId="{1FEDDFBD-30E3-4682-B626-0B2DA6AFCAD0}" type="pres">
      <dgm:prSet presAssocID="{598BA4A6-14BD-48CC-AF42-12C266389B9C}" presName="compNode" presStyleCnt="0"/>
      <dgm:spPr/>
    </dgm:pt>
    <dgm:pt modelId="{27BC0499-9E5F-4491-BB0E-2A9C40B0862F}" type="pres">
      <dgm:prSet presAssocID="{598BA4A6-14BD-48CC-AF42-12C266389B9C}" presName="bgRect" presStyleLbl="bgShp" presStyleIdx="1" presStyleCnt="3"/>
      <dgm:spPr/>
    </dgm:pt>
    <dgm:pt modelId="{CDC4BAF2-CDFB-4515-A298-D07504B5D4C1}" type="pres">
      <dgm:prSet presAssocID="{598BA4A6-14BD-48CC-AF42-12C266389B9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614C384A-5DE6-4B30-AD3F-A2031209F9EA}" type="pres">
      <dgm:prSet presAssocID="{598BA4A6-14BD-48CC-AF42-12C266389B9C}" presName="spaceRect" presStyleCnt="0"/>
      <dgm:spPr/>
    </dgm:pt>
    <dgm:pt modelId="{DFC660C2-C45D-4C7A-A0ED-910C37939370}" type="pres">
      <dgm:prSet presAssocID="{598BA4A6-14BD-48CC-AF42-12C266389B9C}" presName="parTx" presStyleLbl="revTx" presStyleIdx="1" presStyleCnt="3">
        <dgm:presLayoutVars>
          <dgm:chMax val="0"/>
          <dgm:chPref val="0"/>
        </dgm:presLayoutVars>
      </dgm:prSet>
      <dgm:spPr/>
    </dgm:pt>
    <dgm:pt modelId="{A53D3488-FFE6-48EA-884C-34EA7C3344AE}" type="pres">
      <dgm:prSet presAssocID="{0ADC68CE-D8BC-4A8D-BC26-9E0BB719E6AD}" presName="sibTrans" presStyleCnt="0"/>
      <dgm:spPr/>
    </dgm:pt>
    <dgm:pt modelId="{4A71141E-B5E3-4C04-BF72-1F1574C55336}" type="pres">
      <dgm:prSet presAssocID="{8BD6881A-A69A-42E3-9E11-DCA0E6D25028}" presName="compNode" presStyleCnt="0"/>
      <dgm:spPr/>
    </dgm:pt>
    <dgm:pt modelId="{8E65AA7A-BFF5-4C95-AEA6-8399B9B1D671}" type="pres">
      <dgm:prSet presAssocID="{8BD6881A-A69A-42E3-9E11-DCA0E6D25028}" presName="bgRect" presStyleLbl="bgShp" presStyleIdx="2" presStyleCnt="3"/>
      <dgm:spPr/>
    </dgm:pt>
    <dgm:pt modelId="{6CFD4A9A-0772-489E-87E4-0AF2583E8771}" type="pres">
      <dgm:prSet presAssocID="{8BD6881A-A69A-42E3-9E11-DCA0E6D2502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ireless router"/>
        </a:ext>
      </dgm:extLst>
    </dgm:pt>
    <dgm:pt modelId="{E161E1D3-DC7B-406E-8FA4-FF275BF93074}" type="pres">
      <dgm:prSet presAssocID="{8BD6881A-A69A-42E3-9E11-DCA0E6D25028}" presName="spaceRect" presStyleCnt="0"/>
      <dgm:spPr/>
    </dgm:pt>
    <dgm:pt modelId="{B85D7262-5619-4124-B5DE-E92AADD3ED4A}" type="pres">
      <dgm:prSet presAssocID="{8BD6881A-A69A-42E3-9E11-DCA0E6D25028}" presName="parTx" presStyleLbl="revTx" presStyleIdx="2" presStyleCnt="3">
        <dgm:presLayoutVars>
          <dgm:chMax val="0"/>
          <dgm:chPref val="0"/>
        </dgm:presLayoutVars>
      </dgm:prSet>
      <dgm:spPr/>
    </dgm:pt>
  </dgm:ptLst>
  <dgm:cxnLst>
    <dgm:cxn modelId="{DC6EE133-47E7-4326-A688-9895FBC8F5DC}" srcId="{975FDFDE-735F-4AC1-B579-843EAF0F4C3B}" destId="{8BD6881A-A69A-42E3-9E11-DCA0E6D25028}" srcOrd="2" destOrd="0" parTransId="{336C93C1-1542-4A1E-AD8B-14886F39B011}" sibTransId="{BA216A42-956D-45E6-B2FB-CF19290601E6}"/>
    <dgm:cxn modelId="{8143983F-F376-4C87-8225-2714EBFD311E}" type="presOf" srcId="{975FDFDE-735F-4AC1-B579-843EAF0F4C3B}" destId="{6D8E86DB-0D0E-4792-BEE7-5027B603AE51}" srcOrd="0" destOrd="0" presId="urn:microsoft.com/office/officeart/2018/2/layout/IconVerticalSolidList"/>
    <dgm:cxn modelId="{301E2773-944C-4CB8-A302-58CA9E6D91D4}" type="presOf" srcId="{51BBEF52-0EF1-4945-B7C4-17C6F00EF206}" destId="{90B8F05E-444B-445E-B972-CD1500995B6D}" srcOrd="0" destOrd="0" presId="urn:microsoft.com/office/officeart/2018/2/layout/IconVerticalSolidList"/>
    <dgm:cxn modelId="{7DB30B84-46F1-463D-8459-21085CA60976}" srcId="{975FDFDE-735F-4AC1-B579-843EAF0F4C3B}" destId="{598BA4A6-14BD-48CC-AF42-12C266389B9C}" srcOrd="1" destOrd="0" parTransId="{24A6E847-E8EA-45BF-B7D0-BF1EC6EFD7B4}" sibTransId="{0ADC68CE-D8BC-4A8D-BC26-9E0BB719E6AD}"/>
    <dgm:cxn modelId="{5695349E-B2E7-4AA1-8B41-302C85BCDD5A}" type="presOf" srcId="{598BA4A6-14BD-48CC-AF42-12C266389B9C}" destId="{DFC660C2-C45D-4C7A-A0ED-910C37939370}" srcOrd="0" destOrd="0" presId="urn:microsoft.com/office/officeart/2018/2/layout/IconVerticalSolidList"/>
    <dgm:cxn modelId="{1EC4CDDF-3721-4B0D-8BB0-8615657B3F31}" type="presOf" srcId="{8BD6881A-A69A-42E3-9E11-DCA0E6D25028}" destId="{B85D7262-5619-4124-B5DE-E92AADD3ED4A}" srcOrd="0" destOrd="0" presId="urn:microsoft.com/office/officeart/2018/2/layout/IconVerticalSolidList"/>
    <dgm:cxn modelId="{4A04E9E8-06A2-461B-A8A2-DA938B672E95}" srcId="{975FDFDE-735F-4AC1-B579-843EAF0F4C3B}" destId="{51BBEF52-0EF1-4945-B7C4-17C6F00EF206}" srcOrd="0" destOrd="0" parTransId="{B4B91807-6FA6-44E8-82FD-4FFED4F7A5AD}" sibTransId="{ABF5D176-FCC9-47DD-8437-837C787AB26B}"/>
    <dgm:cxn modelId="{DD18F607-02E6-4532-BE0E-63192F244348}" type="presParOf" srcId="{6D8E86DB-0D0E-4792-BEE7-5027B603AE51}" destId="{5E651B40-201D-42CF-8DB5-B5FA5D790982}" srcOrd="0" destOrd="0" presId="urn:microsoft.com/office/officeart/2018/2/layout/IconVerticalSolidList"/>
    <dgm:cxn modelId="{F8115394-711E-4BE2-8CBB-C000FDB1A97E}" type="presParOf" srcId="{5E651B40-201D-42CF-8DB5-B5FA5D790982}" destId="{62C94BDB-AB3A-49D9-8468-D503D1F09E0F}" srcOrd="0" destOrd="0" presId="urn:microsoft.com/office/officeart/2018/2/layout/IconVerticalSolidList"/>
    <dgm:cxn modelId="{BDC8FFA3-3570-4831-8BEA-EF261A8FF452}" type="presParOf" srcId="{5E651B40-201D-42CF-8DB5-B5FA5D790982}" destId="{62A92109-9F42-4636-A336-414EA9BA1A68}" srcOrd="1" destOrd="0" presId="urn:microsoft.com/office/officeart/2018/2/layout/IconVerticalSolidList"/>
    <dgm:cxn modelId="{93A0664A-A222-42F9-B6D1-A462517295F0}" type="presParOf" srcId="{5E651B40-201D-42CF-8DB5-B5FA5D790982}" destId="{E84C6770-2D77-4092-94AA-22A5CA8D144B}" srcOrd="2" destOrd="0" presId="urn:microsoft.com/office/officeart/2018/2/layout/IconVerticalSolidList"/>
    <dgm:cxn modelId="{3A536D5E-8EBB-4081-BD85-96D2EA28B8B3}" type="presParOf" srcId="{5E651B40-201D-42CF-8DB5-B5FA5D790982}" destId="{90B8F05E-444B-445E-B972-CD1500995B6D}" srcOrd="3" destOrd="0" presId="urn:microsoft.com/office/officeart/2018/2/layout/IconVerticalSolidList"/>
    <dgm:cxn modelId="{A7D9C5DD-8B7A-47C1-9452-5A01B25619DF}" type="presParOf" srcId="{6D8E86DB-0D0E-4792-BEE7-5027B603AE51}" destId="{6872C8B5-5427-444C-A7A1-7A7B1F183626}" srcOrd="1" destOrd="0" presId="urn:microsoft.com/office/officeart/2018/2/layout/IconVerticalSolidList"/>
    <dgm:cxn modelId="{5A6E9CEC-B63F-4D1F-AC05-FA6649DA9087}" type="presParOf" srcId="{6D8E86DB-0D0E-4792-BEE7-5027B603AE51}" destId="{1FEDDFBD-30E3-4682-B626-0B2DA6AFCAD0}" srcOrd="2" destOrd="0" presId="urn:microsoft.com/office/officeart/2018/2/layout/IconVerticalSolidList"/>
    <dgm:cxn modelId="{F38CE86F-6F17-453F-866B-28571F010759}" type="presParOf" srcId="{1FEDDFBD-30E3-4682-B626-0B2DA6AFCAD0}" destId="{27BC0499-9E5F-4491-BB0E-2A9C40B0862F}" srcOrd="0" destOrd="0" presId="urn:microsoft.com/office/officeart/2018/2/layout/IconVerticalSolidList"/>
    <dgm:cxn modelId="{C8E4D4DC-47F6-49AB-91C2-D3B0CE10E4AA}" type="presParOf" srcId="{1FEDDFBD-30E3-4682-B626-0B2DA6AFCAD0}" destId="{CDC4BAF2-CDFB-4515-A298-D07504B5D4C1}" srcOrd="1" destOrd="0" presId="urn:microsoft.com/office/officeart/2018/2/layout/IconVerticalSolidList"/>
    <dgm:cxn modelId="{17B2E206-1C38-4661-B0C6-A5D90F0370AB}" type="presParOf" srcId="{1FEDDFBD-30E3-4682-B626-0B2DA6AFCAD0}" destId="{614C384A-5DE6-4B30-AD3F-A2031209F9EA}" srcOrd="2" destOrd="0" presId="urn:microsoft.com/office/officeart/2018/2/layout/IconVerticalSolidList"/>
    <dgm:cxn modelId="{C715566F-F8A8-40AC-A9EB-4D4E605A6840}" type="presParOf" srcId="{1FEDDFBD-30E3-4682-B626-0B2DA6AFCAD0}" destId="{DFC660C2-C45D-4C7A-A0ED-910C37939370}" srcOrd="3" destOrd="0" presId="urn:microsoft.com/office/officeart/2018/2/layout/IconVerticalSolidList"/>
    <dgm:cxn modelId="{D7F039E2-287E-496F-8F6C-89178C482446}" type="presParOf" srcId="{6D8E86DB-0D0E-4792-BEE7-5027B603AE51}" destId="{A53D3488-FFE6-48EA-884C-34EA7C3344AE}" srcOrd="3" destOrd="0" presId="urn:microsoft.com/office/officeart/2018/2/layout/IconVerticalSolidList"/>
    <dgm:cxn modelId="{3D593D02-EA15-4E07-BB89-82DB33135187}" type="presParOf" srcId="{6D8E86DB-0D0E-4792-BEE7-5027B603AE51}" destId="{4A71141E-B5E3-4C04-BF72-1F1574C55336}" srcOrd="4" destOrd="0" presId="urn:microsoft.com/office/officeart/2018/2/layout/IconVerticalSolidList"/>
    <dgm:cxn modelId="{B5AE25EE-AB1C-4A97-B5DE-4656EA58E47B}" type="presParOf" srcId="{4A71141E-B5E3-4C04-BF72-1F1574C55336}" destId="{8E65AA7A-BFF5-4C95-AEA6-8399B9B1D671}" srcOrd="0" destOrd="0" presId="urn:microsoft.com/office/officeart/2018/2/layout/IconVerticalSolidList"/>
    <dgm:cxn modelId="{C8D5B251-AA00-4F49-B8AF-3D2BAFC5C6A2}" type="presParOf" srcId="{4A71141E-B5E3-4C04-BF72-1F1574C55336}" destId="{6CFD4A9A-0772-489E-87E4-0AF2583E8771}" srcOrd="1" destOrd="0" presId="urn:microsoft.com/office/officeart/2018/2/layout/IconVerticalSolidList"/>
    <dgm:cxn modelId="{86C44AC8-0861-430A-8524-BA58B0F5505C}" type="presParOf" srcId="{4A71141E-B5E3-4C04-BF72-1F1574C55336}" destId="{E161E1D3-DC7B-406E-8FA4-FF275BF93074}" srcOrd="2" destOrd="0" presId="urn:microsoft.com/office/officeart/2018/2/layout/IconVerticalSolidList"/>
    <dgm:cxn modelId="{AB9CC2B8-1012-4F77-9670-205B2050928E}" type="presParOf" srcId="{4A71141E-B5E3-4C04-BF72-1F1574C55336}" destId="{B85D7262-5619-4124-B5DE-E92AADD3ED4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C94BDB-AB3A-49D9-8468-D503D1F09E0F}">
      <dsp:nvSpPr>
        <dsp:cNvPr id="0" name=""/>
        <dsp:cNvSpPr/>
      </dsp:nvSpPr>
      <dsp:spPr>
        <a:xfrm>
          <a:off x="0" y="531"/>
          <a:ext cx="111252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A92109-9F42-4636-A336-414EA9BA1A68}">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B8F05E-444B-445E-B972-CD1500995B6D}">
      <dsp:nvSpPr>
        <dsp:cNvPr id="0" name=""/>
        <dsp:cNvSpPr/>
      </dsp:nvSpPr>
      <dsp:spPr>
        <a:xfrm>
          <a:off x="1435590" y="531"/>
          <a:ext cx="96896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55650">
            <a:lnSpc>
              <a:spcPct val="90000"/>
            </a:lnSpc>
            <a:spcBef>
              <a:spcPct val="0"/>
            </a:spcBef>
            <a:spcAft>
              <a:spcPct val="35000"/>
            </a:spcAft>
            <a:buNone/>
          </a:pPr>
          <a:r>
            <a:rPr lang="en-US" sz="1700" b="1" kern="1200"/>
            <a:t>TCP/IP is a practical communication model that explains how data is created, transmitted, and received across networks. It is the foundation of the internet and is used by all modern devices for communication.</a:t>
          </a:r>
          <a:br>
            <a:rPr lang="en-US" sz="1700" b="1" kern="1200"/>
          </a:br>
          <a:endParaRPr lang="en-US" sz="1700" kern="1200"/>
        </a:p>
      </dsp:txBody>
      <dsp:txXfrm>
        <a:off x="1435590" y="531"/>
        <a:ext cx="9689609" cy="1242935"/>
      </dsp:txXfrm>
    </dsp:sp>
    <dsp:sp modelId="{27BC0499-9E5F-4491-BB0E-2A9C40B0862F}">
      <dsp:nvSpPr>
        <dsp:cNvPr id="0" name=""/>
        <dsp:cNvSpPr/>
      </dsp:nvSpPr>
      <dsp:spPr>
        <a:xfrm>
          <a:off x="0" y="1554201"/>
          <a:ext cx="111252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C4BAF2-CDFB-4515-A298-D07504B5D4C1}">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C660C2-C45D-4C7A-A0ED-910C37939370}">
      <dsp:nvSpPr>
        <dsp:cNvPr id="0" name=""/>
        <dsp:cNvSpPr/>
      </dsp:nvSpPr>
      <dsp:spPr>
        <a:xfrm>
          <a:off x="1435590" y="1554201"/>
          <a:ext cx="96896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55650">
            <a:lnSpc>
              <a:spcPct val="90000"/>
            </a:lnSpc>
            <a:spcBef>
              <a:spcPct val="0"/>
            </a:spcBef>
            <a:spcAft>
              <a:spcPct val="35000"/>
            </a:spcAft>
            <a:buNone/>
          </a:pPr>
          <a:r>
            <a:rPr lang="en-US" sz="1700" b="1" kern="1200"/>
            <a:t>TCP/IP is needed to ensure different devices and networks follow common rules to communicate smoothly. It provides reliable data transfer, proper addressing, and supports essential services like web browsing and email.</a:t>
          </a:r>
          <a:endParaRPr lang="en-US" sz="1700" kern="1200"/>
        </a:p>
      </dsp:txBody>
      <dsp:txXfrm>
        <a:off x="1435590" y="1554201"/>
        <a:ext cx="9689609" cy="1242935"/>
      </dsp:txXfrm>
    </dsp:sp>
    <dsp:sp modelId="{8E65AA7A-BFF5-4C95-AEA6-8399B9B1D671}">
      <dsp:nvSpPr>
        <dsp:cNvPr id="0" name=""/>
        <dsp:cNvSpPr/>
      </dsp:nvSpPr>
      <dsp:spPr>
        <a:xfrm>
          <a:off x="0" y="3107870"/>
          <a:ext cx="111252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FD4A9A-0772-489E-87E4-0AF2583E8771}">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5D7262-5619-4124-B5DE-E92AADD3ED4A}">
      <dsp:nvSpPr>
        <dsp:cNvPr id="0" name=""/>
        <dsp:cNvSpPr/>
      </dsp:nvSpPr>
      <dsp:spPr>
        <a:xfrm>
          <a:off x="1435590" y="3107870"/>
          <a:ext cx="96896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55650">
            <a:lnSpc>
              <a:spcPct val="90000"/>
            </a:lnSpc>
            <a:spcBef>
              <a:spcPct val="0"/>
            </a:spcBef>
            <a:spcAft>
              <a:spcPct val="35000"/>
            </a:spcAft>
            <a:buNone/>
          </a:pPr>
          <a:r>
            <a:rPr lang="en-US" sz="1700" b="1" kern="1200"/>
            <a:t>TCP/IP won because it was simpler, faster to implement, and already used in real networks before OSI was completed. It became the global standard for the internet, while OSI stayed mostly theoretical.</a:t>
          </a:r>
          <a:endParaRPr lang="en-US" sz="1700" kern="1200"/>
        </a:p>
      </dsp:txBody>
      <dsp:txXfrm>
        <a:off x="1435590" y="3107870"/>
        <a:ext cx="9689609"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412D67-2B4E-9F55-6EDC-F2256BD021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5668C3D-E520-C942-CFB7-27E263C06F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5296E7-6EEA-4CEF-8F27-97AAB1939405}" type="datetimeFigureOut">
              <a:rPr lang="en-US" smtClean="0"/>
              <a:t>11/19/2025</a:t>
            </a:fld>
            <a:endParaRPr lang="en-US"/>
          </a:p>
        </p:txBody>
      </p:sp>
      <p:sp>
        <p:nvSpPr>
          <p:cNvPr id="4" name="Footer Placeholder 3">
            <a:extLst>
              <a:ext uri="{FF2B5EF4-FFF2-40B4-BE49-F238E27FC236}">
                <a16:creationId xmlns:a16="http://schemas.microsoft.com/office/drawing/2014/main" id="{15EDE418-482A-7A43-F10A-2705951C15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3D5FD8-B708-FF93-D8FD-7A2F3AD618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8EA95-EEDE-466E-B94C-8B572EEF9CB7}" type="slidenum">
              <a:rPr lang="en-US" smtClean="0"/>
              <a:t>‹#›</a:t>
            </a:fld>
            <a:endParaRPr lang="en-US"/>
          </a:p>
        </p:txBody>
      </p:sp>
    </p:spTree>
    <p:extLst>
      <p:ext uri="{BB962C8B-B14F-4D97-AF65-F5344CB8AC3E}">
        <p14:creationId xmlns:p14="http://schemas.microsoft.com/office/powerpoint/2010/main" val="69899486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1.emf" /><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 /><Relationship Id="rId2" Type="http://schemas.openxmlformats.org/officeDocument/2006/relationships/image" Target="../media/image4.jp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emf" /><Relationship Id="rId2" Type="http://schemas.openxmlformats.org/officeDocument/2006/relationships/image" Target="../media/image5.jp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0EA10B1E-4FA2-D72F-F444-DB648FFEB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382" t="1147" b="4270"/>
          <a:stretch/>
        </p:blipFill>
        <p:spPr>
          <a:xfrm>
            <a:off x="-28124" y="0"/>
            <a:ext cx="12220123" cy="6858000"/>
          </a:xfrm>
          <a:prstGeom prst="rect">
            <a:avLst/>
          </a:prstGeom>
        </p:spPr>
      </p:pic>
      <p:sp>
        <p:nvSpPr>
          <p:cNvPr id="16" name="Title 1">
            <a:extLst>
              <a:ext uri="{FF2B5EF4-FFF2-40B4-BE49-F238E27FC236}">
                <a16:creationId xmlns:a16="http://schemas.microsoft.com/office/drawing/2014/main" id="{F6931615-3EFD-406D-8CAB-500F498BBC26}"/>
              </a:ext>
            </a:extLst>
          </p:cNvPr>
          <p:cNvSpPr>
            <a:spLocks noGrp="1"/>
          </p:cNvSpPr>
          <p:nvPr>
            <p:ph type="ctrTitle" hasCustomPrompt="1"/>
          </p:nvPr>
        </p:nvSpPr>
        <p:spPr>
          <a:xfrm>
            <a:off x="1089891" y="3006522"/>
            <a:ext cx="8937171" cy="1421928"/>
          </a:xfrm>
          <a:noFill/>
        </p:spPr>
        <p:txBody>
          <a:bodyPr wrap="square" rtlCol="0">
            <a:spAutoFit/>
          </a:bodyPr>
          <a:lstStyle>
            <a:lvl1pPr>
              <a:defRPr lang="en-US" sz="4800" b="1" dirty="0">
                <a:solidFill>
                  <a:schemeClr val="bg1"/>
                </a:solidFill>
                <a:latin typeface="Frutiger 45 Light" pitchFamily="2" charset="0"/>
                <a:ea typeface="Frutiger 45 Light" pitchFamily="2" charset="0"/>
                <a:cs typeface="Calibri" panose="020F0502020204030204" pitchFamily="34" charset="0"/>
              </a:defRPr>
            </a:lvl1pPr>
          </a:lstStyle>
          <a:p>
            <a:pPr marL="0" lvl="0"/>
            <a:r>
              <a:rPr lang="en-US" dirty="0"/>
              <a:t>Click to edit </a:t>
            </a:r>
            <a:br>
              <a:rPr lang="en-US" dirty="0"/>
            </a:br>
            <a:r>
              <a:rPr lang="en-US" dirty="0"/>
              <a:t>Master title style</a:t>
            </a:r>
          </a:p>
        </p:txBody>
      </p:sp>
      <p:sp>
        <p:nvSpPr>
          <p:cNvPr id="22" name="Title 1">
            <a:extLst>
              <a:ext uri="{FF2B5EF4-FFF2-40B4-BE49-F238E27FC236}">
                <a16:creationId xmlns:a16="http://schemas.microsoft.com/office/drawing/2014/main" id="{51413D66-879B-990C-642E-1E1E0D8F30F0}"/>
              </a:ext>
            </a:extLst>
          </p:cNvPr>
          <p:cNvSpPr txBox="1">
            <a:spLocks/>
          </p:cNvSpPr>
          <p:nvPr userDrawn="1"/>
        </p:nvSpPr>
        <p:spPr>
          <a:xfrm>
            <a:off x="1089891" y="4473456"/>
            <a:ext cx="8937171" cy="438582"/>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en-US" sz="4800" b="1" kern="1200" dirty="0">
                <a:solidFill>
                  <a:schemeClr val="bg1"/>
                </a:solidFill>
                <a:latin typeface="Frutiger 45 Light" pitchFamily="2" charset="0"/>
                <a:ea typeface="Frutiger 45 Light" pitchFamily="2" charset="0"/>
                <a:cs typeface="Calibri" panose="020F0502020204030204" pitchFamily="34" charset="0"/>
              </a:defRPr>
            </a:lvl1pPr>
          </a:lstStyle>
          <a:p>
            <a:r>
              <a:rPr lang="en-US" sz="2500" dirty="0"/>
              <a:t>Click to edit Master title style</a:t>
            </a:r>
          </a:p>
        </p:txBody>
      </p:sp>
      <p:sp>
        <p:nvSpPr>
          <p:cNvPr id="2" name="Title 1">
            <a:extLst>
              <a:ext uri="{FF2B5EF4-FFF2-40B4-BE49-F238E27FC236}">
                <a16:creationId xmlns:a16="http://schemas.microsoft.com/office/drawing/2014/main" id="{5E5EFC81-BEEE-352B-0244-DD36B67B80C9}"/>
              </a:ext>
            </a:extLst>
          </p:cNvPr>
          <p:cNvSpPr txBox="1">
            <a:spLocks/>
          </p:cNvSpPr>
          <p:nvPr userDrawn="1"/>
        </p:nvSpPr>
        <p:spPr>
          <a:xfrm>
            <a:off x="1089890" y="5390740"/>
            <a:ext cx="8937171" cy="332079"/>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en-US" sz="4800" b="1" kern="1200" dirty="0">
                <a:solidFill>
                  <a:schemeClr val="bg1"/>
                </a:solidFill>
                <a:latin typeface="Frutiger 45 Light" pitchFamily="2" charset="0"/>
                <a:ea typeface="Frutiger 45 Light" pitchFamily="2" charset="0"/>
                <a:cs typeface="Calibri" panose="020F0502020204030204" pitchFamily="34" charset="0"/>
              </a:defRPr>
            </a:lvl1pPr>
          </a:lstStyle>
          <a:p>
            <a:pPr>
              <a:lnSpc>
                <a:spcPts val="2000"/>
              </a:lnSpc>
            </a:pPr>
            <a:r>
              <a:rPr lang="en-US" sz="1400" b="0" dirty="0"/>
              <a:t>May, 2025</a:t>
            </a:r>
          </a:p>
        </p:txBody>
      </p:sp>
      <p:pic>
        <p:nvPicPr>
          <p:cNvPr id="12" name="Picture 11">
            <a:extLst>
              <a:ext uri="{FF2B5EF4-FFF2-40B4-BE49-F238E27FC236}">
                <a16:creationId xmlns:a16="http://schemas.microsoft.com/office/drawing/2014/main" id="{75A4A541-3236-7C7A-108F-C328E38F391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64934" y="323988"/>
            <a:ext cx="2323604" cy="660012"/>
          </a:xfrm>
          <a:prstGeom prst="rect">
            <a:avLst/>
          </a:prstGeom>
        </p:spPr>
      </p:pic>
    </p:spTree>
    <p:extLst>
      <p:ext uri="{BB962C8B-B14F-4D97-AF65-F5344CB8AC3E}">
        <p14:creationId xmlns:p14="http://schemas.microsoft.com/office/powerpoint/2010/main" val="397585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ext Placeholder 13">
            <a:extLst>
              <a:ext uri="{FF2B5EF4-FFF2-40B4-BE49-F238E27FC236}">
                <a16:creationId xmlns:a16="http://schemas.microsoft.com/office/drawing/2014/main" id="{9B01B99F-2CE5-433C-8F7A-483D41C4A998}"/>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22" name="Picture 21" descr="Background pattern&#10;&#10;Description automatically generated">
            <a:extLst>
              <a:ext uri="{FF2B5EF4-FFF2-40B4-BE49-F238E27FC236}">
                <a16:creationId xmlns:a16="http://schemas.microsoft.com/office/drawing/2014/main" id="{27D409DF-402A-DD18-BFCE-8888573143B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23" name="Marcador de número de diapositiva 5">
            <a:extLst>
              <a:ext uri="{FF2B5EF4-FFF2-40B4-BE49-F238E27FC236}">
                <a16:creationId xmlns:a16="http://schemas.microsoft.com/office/drawing/2014/main" id="{B982187F-CBBE-F09C-0F6F-730E0F0B1244}"/>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
        <p:nvSpPr>
          <p:cNvPr id="11" name="Content Placeholder 2">
            <a:extLst>
              <a:ext uri="{FF2B5EF4-FFF2-40B4-BE49-F238E27FC236}">
                <a16:creationId xmlns:a16="http://schemas.microsoft.com/office/drawing/2014/main" id="{8E5456A7-BE66-D18D-4755-5BE1D37DDEF5}"/>
              </a:ext>
            </a:extLst>
          </p:cNvPr>
          <p:cNvSpPr>
            <a:spLocks noGrp="1"/>
          </p:cNvSpPr>
          <p:nvPr>
            <p:ph idx="15"/>
          </p:nvPr>
        </p:nvSpPr>
        <p:spPr>
          <a:xfrm>
            <a:off x="533400" y="1822450"/>
            <a:ext cx="11125200" cy="4351338"/>
          </a:xfrm>
        </p:spPr>
        <p:txBody>
          <a:bodyPr>
            <a:normAutofit/>
          </a:bodyPr>
          <a:lstStyle>
            <a:lvl1pPr>
              <a:defRPr lang="en-US" sz="1200" b="1" dirty="0" smtClean="0">
                <a:solidFill>
                  <a:srgbClr val="595959"/>
                </a:solidFill>
                <a:latin typeface="Frutiger 45 Light" pitchFamily="2" charset="0"/>
              </a:defRPr>
            </a:lvl1pPr>
            <a:lvl2pPr>
              <a:defRPr sz="1200">
                <a:solidFill>
                  <a:srgbClr val="595959"/>
                </a:solidFill>
                <a:latin typeface="Frutiger 45 Light" pitchFamily="2" charset="0"/>
              </a:defRPr>
            </a:lvl2pPr>
            <a:lvl3pPr>
              <a:defRPr sz="1200">
                <a:solidFill>
                  <a:srgbClr val="595959"/>
                </a:solidFill>
                <a:latin typeface="Frutiger 45 Light" pitchFamily="2" charset="0"/>
              </a:defRPr>
            </a:lvl3pPr>
            <a:lvl4pPr>
              <a:defRPr sz="1200">
                <a:solidFill>
                  <a:srgbClr val="595959"/>
                </a:solidFill>
                <a:latin typeface="Frutiger 45 Light" pitchFamily="2" charset="0"/>
              </a:defRPr>
            </a:lvl4pPr>
            <a:lvl5pPr>
              <a:defRPr sz="12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Tree>
    <p:extLst>
      <p:ext uri="{BB962C8B-B14F-4D97-AF65-F5344CB8AC3E}">
        <p14:creationId xmlns:p14="http://schemas.microsoft.com/office/powerpoint/2010/main" val="2109235218"/>
      </p:ext>
    </p:extLst>
  </p:cSld>
  <p:clrMapOvr>
    <a:masterClrMapping/>
  </p:clrMapOvr>
  <p:extLst>
    <p:ext uri="{DCECCB84-F9BA-43D5-87BE-67443E8EF086}">
      <p15:sldGuideLst xmlns:p15="http://schemas.microsoft.com/office/powerpoint/2012/main">
        <p15:guide id="1" orient="horz" pos="4032" userDrawn="1">
          <p15:clr>
            <a:srgbClr val="FBAE40"/>
          </p15:clr>
        </p15:guide>
        <p15:guide id="2" pos="336" userDrawn="1">
          <p15:clr>
            <a:srgbClr val="FBAE40"/>
          </p15:clr>
        </p15:guide>
        <p15:guide id="3" orient="horz" pos="288" userDrawn="1">
          <p15:clr>
            <a:srgbClr val="FBAE40"/>
          </p15:clr>
        </p15:guide>
        <p15:guide id="4" pos="73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F6D7890-7A93-4CCD-A699-B1D9038F3210}"/>
              </a:ext>
            </a:extLst>
          </p:cNvPr>
          <p:cNvSpPr>
            <a:spLocks noGrp="1"/>
          </p:cNvSpPr>
          <p:nvPr>
            <p:ph type="body" sz="quarter" idx="14"/>
          </p:nvPr>
        </p:nvSpPr>
        <p:spPr>
          <a:xfrm>
            <a:off x="533398" y="1497012"/>
            <a:ext cx="11125199" cy="2978005"/>
          </a:xfrm>
        </p:spPr>
        <p:txBody>
          <a:bodyPr numCol="1"/>
          <a:lstStyle>
            <a:lvl1pPr>
              <a:lnSpc>
                <a:spcPts val="1700"/>
              </a:lnSpc>
              <a:defRPr lang="en-US" sz="2400" b="1" kern="1200" dirty="0" smtClean="0">
                <a:solidFill>
                  <a:schemeClr val="tx1"/>
                </a:solidFill>
                <a:latin typeface="+mn-lt"/>
                <a:ea typeface="+mn-ea"/>
                <a:cs typeface="+mn-cs"/>
              </a:defRPr>
            </a:lvl1pPr>
            <a:lvl2pPr>
              <a:lnSpc>
                <a:spcPts val="1700"/>
              </a:lnSpc>
              <a:defRPr lang="en-US" sz="2000" kern="1200" dirty="0" smtClean="0">
                <a:solidFill>
                  <a:schemeClr val="tx1"/>
                </a:solidFill>
                <a:latin typeface="+mn-lt"/>
                <a:ea typeface="+mn-ea"/>
                <a:cs typeface="+mn-cs"/>
              </a:defRPr>
            </a:lvl2pPr>
            <a:lvl3pPr marL="342900" indent="-342900">
              <a:lnSpc>
                <a:spcPts val="1700"/>
              </a:lnSpc>
              <a:defRPr lang="en-US" sz="1800" kern="1200" dirty="0" smtClean="0">
                <a:solidFill>
                  <a:schemeClr val="tx1"/>
                </a:solidFill>
                <a:latin typeface="+mn-lt"/>
                <a:ea typeface="+mn-ea"/>
                <a:cs typeface="+mn-cs"/>
              </a:defRPr>
            </a:lvl3pPr>
            <a:lvl4pPr marL="568325" indent="-228600">
              <a:lnSpc>
                <a:spcPts val="1700"/>
              </a:lnSpc>
              <a:buClr>
                <a:schemeClr val="tx2">
                  <a:lumMod val="50000"/>
                </a:schemeClr>
              </a:buClr>
              <a:buFont typeface="Symbol" panose="05050102010706020507" pitchFamily="18" charset="2"/>
              <a:buChar char="-"/>
              <a:defRPr sz="1400">
                <a:latin typeface="+mn-lt"/>
              </a:defRPr>
            </a:lvl4pPr>
            <a:lvl5pPr marL="914400" indent="-228600">
              <a:lnSpc>
                <a:spcPts val="1700"/>
              </a:lnSpc>
              <a:buClr>
                <a:schemeClr val="tx2">
                  <a:lumMod val="50000"/>
                </a:schemeClr>
              </a:buClr>
              <a:buFont typeface="Symbol" panose="05050102010706020507" pitchFamily="18" charset="2"/>
              <a:buChar char="-"/>
              <a:defRPr sz="140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1" name="Text Placeholder 13">
            <a:extLst>
              <a:ext uri="{FF2B5EF4-FFF2-40B4-BE49-F238E27FC236}">
                <a16:creationId xmlns:a16="http://schemas.microsoft.com/office/drawing/2014/main" id="{D4C9993D-5B34-D7A9-0B1C-5708E2ECAE8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7" name="Picture 6" descr="Background pattern&#10;&#10;Description automatically generated">
            <a:extLst>
              <a:ext uri="{FF2B5EF4-FFF2-40B4-BE49-F238E27FC236}">
                <a16:creationId xmlns:a16="http://schemas.microsoft.com/office/drawing/2014/main" id="{438F9EE4-1525-DA32-B6BF-F9D4E4DA0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8" name="Marcador de número de diapositiva 5">
            <a:extLst>
              <a:ext uri="{FF2B5EF4-FFF2-40B4-BE49-F238E27FC236}">
                <a16:creationId xmlns:a16="http://schemas.microsoft.com/office/drawing/2014/main" id="{E9EC46A4-50CA-5032-642E-472F2C66E949}"/>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1958657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F6D7890-7A93-4CCD-A699-B1D9038F3210}"/>
              </a:ext>
            </a:extLst>
          </p:cNvPr>
          <p:cNvSpPr>
            <a:spLocks noGrp="1"/>
          </p:cNvSpPr>
          <p:nvPr>
            <p:ph type="body" sz="quarter" idx="14"/>
          </p:nvPr>
        </p:nvSpPr>
        <p:spPr>
          <a:xfrm>
            <a:off x="533398" y="1497012"/>
            <a:ext cx="11125199" cy="2978005"/>
          </a:xfrm>
        </p:spPr>
        <p:txBody>
          <a:bodyPr numCol="2">
            <a:normAutofit/>
          </a:bodyPr>
          <a:lstStyle>
            <a:lvl1pPr>
              <a:lnSpc>
                <a:spcPts val="1700"/>
              </a:lnSpc>
              <a:defRPr lang="en-US" sz="1400" b="1" kern="1200" dirty="0" smtClean="0">
                <a:solidFill>
                  <a:schemeClr val="tx1"/>
                </a:solidFill>
                <a:latin typeface="+mn-lt"/>
                <a:ea typeface="+mn-ea"/>
                <a:cs typeface="+mn-cs"/>
              </a:defRPr>
            </a:lvl1pPr>
            <a:lvl2pPr>
              <a:lnSpc>
                <a:spcPts val="1700"/>
              </a:lnSpc>
              <a:defRPr lang="en-US" sz="1400" kern="1200" dirty="0" smtClean="0">
                <a:solidFill>
                  <a:schemeClr val="tx1"/>
                </a:solidFill>
                <a:latin typeface="+mn-lt"/>
                <a:ea typeface="+mn-ea"/>
                <a:cs typeface="+mn-cs"/>
              </a:defRPr>
            </a:lvl2pPr>
            <a:lvl3pPr marL="342900" indent="-342900">
              <a:lnSpc>
                <a:spcPts val="1700"/>
              </a:lnSpc>
              <a:defRPr lang="en-US" sz="1400" kern="1200" dirty="0" smtClean="0">
                <a:solidFill>
                  <a:schemeClr val="tx1"/>
                </a:solidFill>
                <a:latin typeface="+mn-lt"/>
                <a:ea typeface="+mn-ea"/>
                <a:cs typeface="+mn-cs"/>
              </a:defRPr>
            </a:lvl3pPr>
            <a:lvl4pPr marL="568325" indent="-228600">
              <a:lnSpc>
                <a:spcPts val="1700"/>
              </a:lnSpc>
              <a:buClr>
                <a:schemeClr val="tx2">
                  <a:lumMod val="50000"/>
                </a:schemeClr>
              </a:buClr>
              <a:buFont typeface="Symbol" panose="05050102010706020507" pitchFamily="18" charset="2"/>
              <a:buChar char="-"/>
              <a:defRPr sz="1400">
                <a:latin typeface="+mn-lt"/>
              </a:defRPr>
            </a:lvl4pPr>
            <a:lvl5pPr marL="914400" indent="-228600">
              <a:lnSpc>
                <a:spcPts val="1700"/>
              </a:lnSpc>
              <a:buClr>
                <a:schemeClr val="tx2">
                  <a:lumMod val="50000"/>
                </a:schemeClr>
              </a:buClr>
              <a:buFont typeface="Symbol" panose="05050102010706020507" pitchFamily="18" charset="2"/>
              <a:buChar char="-"/>
              <a:defRPr sz="140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1" name="Text Placeholder 13">
            <a:extLst>
              <a:ext uri="{FF2B5EF4-FFF2-40B4-BE49-F238E27FC236}">
                <a16:creationId xmlns:a16="http://schemas.microsoft.com/office/drawing/2014/main" id="{D4C9993D-5B34-D7A9-0B1C-5708E2ECAE8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7" name="Picture 6" descr="Background pattern&#10;&#10;Description automatically generated">
            <a:extLst>
              <a:ext uri="{FF2B5EF4-FFF2-40B4-BE49-F238E27FC236}">
                <a16:creationId xmlns:a16="http://schemas.microsoft.com/office/drawing/2014/main" id="{BAEB0E49-39B0-037C-0357-6C4472DC156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8" name="Marcador de número de diapositiva 5">
            <a:extLst>
              <a:ext uri="{FF2B5EF4-FFF2-40B4-BE49-F238E27FC236}">
                <a16:creationId xmlns:a16="http://schemas.microsoft.com/office/drawing/2014/main" id="{4E4B298F-D75D-0E89-ED3D-DF0CF1A87E27}"/>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2066571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3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EF6D7890-7A93-4CCD-A699-B1D9038F3210}"/>
              </a:ext>
            </a:extLst>
          </p:cNvPr>
          <p:cNvSpPr>
            <a:spLocks noGrp="1"/>
          </p:cNvSpPr>
          <p:nvPr>
            <p:ph type="body" sz="quarter" idx="14"/>
          </p:nvPr>
        </p:nvSpPr>
        <p:spPr>
          <a:xfrm>
            <a:off x="533398" y="1497012"/>
            <a:ext cx="11125199" cy="2978005"/>
          </a:xfrm>
        </p:spPr>
        <p:txBody>
          <a:bodyPr numCol="3">
            <a:normAutofit/>
          </a:bodyPr>
          <a:lstStyle>
            <a:lvl1pPr>
              <a:lnSpc>
                <a:spcPts val="1700"/>
              </a:lnSpc>
              <a:defRPr lang="en-US" sz="1400" b="1" kern="1200" dirty="0" smtClean="0">
                <a:solidFill>
                  <a:schemeClr val="tx1"/>
                </a:solidFill>
                <a:latin typeface="+mn-lt"/>
                <a:ea typeface="+mn-ea"/>
                <a:cs typeface="+mn-cs"/>
              </a:defRPr>
            </a:lvl1pPr>
            <a:lvl2pPr>
              <a:lnSpc>
                <a:spcPts val="1700"/>
              </a:lnSpc>
              <a:defRPr lang="en-US" sz="1400" kern="1200" dirty="0" smtClean="0">
                <a:solidFill>
                  <a:schemeClr val="tx1"/>
                </a:solidFill>
                <a:latin typeface="+mn-lt"/>
                <a:ea typeface="+mn-ea"/>
                <a:cs typeface="+mn-cs"/>
              </a:defRPr>
            </a:lvl2pPr>
            <a:lvl3pPr marL="342900" indent="-342900">
              <a:lnSpc>
                <a:spcPts val="1700"/>
              </a:lnSpc>
              <a:defRPr lang="en-US" sz="1400" kern="1200" dirty="0" smtClean="0">
                <a:solidFill>
                  <a:schemeClr val="tx1"/>
                </a:solidFill>
                <a:latin typeface="+mn-lt"/>
                <a:ea typeface="+mn-ea"/>
                <a:cs typeface="+mn-cs"/>
              </a:defRPr>
            </a:lvl3pPr>
            <a:lvl4pPr marL="568325" indent="-228600">
              <a:lnSpc>
                <a:spcPts val="1700"/>
              </a:lnSpc>
              <a:buClr>
                <a:schemeClr val="tx2">
                  <a:lumMod val="50000"/>
                </a:schemeClr>
              </a:buClr>
              <a:buFont typeface="Symbol" panose="05050102010706020507" pitchFamily="18" charset="2"/>
              <a:buChar char="-"/>
              <a:defRPr sz="1400">
                <a:latin typeface="+mn-lt"/>
              </a:defRPr>
            </a:lvl4pPr>
            <a:lvl5pPr marL="914400" indent="-228600">
              <a:lnSpc>
                <a:spcPts val="1700"/>
              </a:lnSpc>
              <a:buClr>
                <a:schemeClr val="tx2">
                  <a:lumMod val="50000"/>
                </a:schemeClr>
              </a:buClr>
              <a:buFont typeface="Symbol" panose="05050102010706020507" pitchFamily="18" charset="2"/>
              <a:buChar char="-"/>
              <a:defRPr sz="1400">
                <a:latin typeface="+mn-lt"/>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1" name="Text Placeholder 13">
            <a:extLst>
              <a:ext uri="{FF2B5EF4-FFF2-40B4-BE49-F238E27FC236}">
                <a16:creationId xmlns:a16="http://schemas.microsoft.com/office/drawing/2014/main" id="{D4C9993D-5B34-D7A9-0B1C-5708E2ECAE8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7" name="Picture 6" descr="Background pattern&#10;&#10;Description automatically generated">
            <a:extLst>
              <a:ext uri="{FF2B5EF4-FFF2-40B4-BE49-F238E27FC236}">
                <a16:creationId xmlns:a16="http://schemas.microsoft.com/office/drawing/2014/main" id="{07F8B13B-8E7C-F321-BF83-177D747B10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8" name="Marcador de número de diapositiva 5">
            <a:extLst>
              <a:ext uri="{FF2B5EF4-FFF2-40B4-BE49-F238E27FC236}">
                <a16:creationId xmlns:a16="http://schemas.microsoft.com/office/drawing/2014/main" id="{4BB16B3F-018F-71E7-B239-96DA6F36DEB4}"/>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4164521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F55D43F-875F-4E2B-82B9-5EEDDAEA63F8}"/>
              </a:ext>
            </a:extLst>
          </p:cNvPr>
          <p:cNvSpPr>
            <a:spLocks noGrp="1"/>
          </p:cNvSpPr>
          <p:nvPr>
            <p:ph type="title"/>
          </p:nvPr>
        </p:nvSpPr>
        <p:spPr>
          <a:xfrm>
            <a:off x="533398" y="989299"/>
            <a:ext cx="8610601" cy="2852737"/>
          </a:xfrm>
        </p:spPr>
        <p:txBody>
          <a:bodyPr anchor="b">
            <a:normAutofit/>
          </a:bodyPr>
          <a:lstStyle>
            <a:lvl1pPr>
              <a:defRPr lang="en-US" sz="4400" b="1" kern="1200" dirty="0">
                <a:solidFill>
                  <a:srgbClr val="595959"/>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title style</a:t>
            </a:r>
          </a:p>
        </p:txBody>
      </p:sp>
      <p:sp>
        <p:nvSpPr>
          <p:cNvPr id="20" name="Text Placeholder 2">
            <a:extLst>
              <a:ext uri="{FF2B5EF4-FFF2-40B4-BE49-F238E27FC236}">
                <a16:creationId xmlns:a16="http://schemas.microsoft.com/office/drawing/2014/main" id="{F18B4745-7445-43DB-B108-3CDCB28A7AE9}"/>
              </a:ext>
            </a:extLst>
          </p:cNvPr>
          <p:cNvSpPr>
            <a:spLocks noGrp="1"/>
          </p:cNvSpPr>
          <p:nvPr>
            <p:ph type="body" idx="1"/>
          </p:nvPr>
        </p:nvSpPr>
        <p:spPr>
          <a:xfrm>
            <a:off x="533398" y="3869024"/>
            <a:ext cx="8610602" cy="1500187"/>
          </a:xfrm>
        </p:spPr>
        <p:txBody>
          <a:bodyPr/>
          <a:lstStyle>
            <a:lvl1pPr marL="0" indent="0">
              <a:buNone/>
              <a:defRPr sz="2400">
                <a:solidFill>
                  <a:srgbClr val="595959"/>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7" name="Text Placeholder 13">
            <a:extLst>
              <a:ext uri="{FF2B5EF4-FFF2-40B4-BE49-F238E27FC236}">
                <a16:creationId xmlns:a16="http://schemas.microsoft.com/office/drawing/2014/main" id="{5A424433-CA37-48A1-EF7E-E44DEC8944A4}"/>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10" name="Picture 9" descr="Background pattern&#10;&#10;Description automatically generated">
            <a:extLst>
              <a:ext uri="{FF2B5EF4-FFF2-40B4-BE49-F238E27FC236}">
                <a16:creationId xmlns:a16="http://schemas.microsoft.com/office/drawing/2014/main" id="{7B593DD1-E696-84F5-997E-395CB4B340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8" name="Marcador de número de diapositiva 5">
            <a:extLst>
              <a:ext uri="{FF2B5EF4-FFF2-40B4-BE49-F238E27FC236}">
                <a16:creationId xmlns:a16="http://schemas.microsoft.com/office/drawing/2014/main" id="{179C2830-1743-9FEA-4F66-BCE7925B9DB5}"/>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078886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A6A7051-5A82-D471-602E-39E158F6B1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
        <p:nvSpPr>
          <p:cNvPr id="17" name="Title 1">
            <a:extLst>
              <a:ext uri="{FF2B5EF4-FFF2-40B4-BE49-F238E27FC236}">
                <a16:creationId xmlns:a16="http://schemas.microsoft.com/office/drawing/2014/main" id="{81628252-EFFE-45BA-BB6B-80B43271D7B9}"/>
              </a:ext>
            </a:extLst>
          </p:cNvPr>
          <p:cNvSpPr>
            <a:spLocks noGrp="1"/>
          </p:cNvSpPr>
          <p:nvPr>
            <p:ph type="title" hasCustomPrompt="1"/>
          </p:nvPr>
        </p:nvSpPr>
        <p:spPr>
          <a:xfrm>
            <a:off x="5593242" y="1508588"/>
            <a:ext cx="5864980" cy="2852737"/>
          </a:xfrm>
        </p:spPr>
        <p:txBody>
          <a:bodyPr anchor="b">
            <a:normAutofit/>
          </a:bodyPr>
          <a:lstStyle>
            <a:lvl1pPr>
              <a:defRPr lang="en-US" sz="4400" b="1" kern="1200" dirty="0">
                <a:solidFill>
                  <a:schemeClr val="bg1"/>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title style</a:t>
            </a:r>
          </a:p>
        </p:txBody>
      </p:sp>
      <p:sp>
        <p:nvSpPr>
          <p:cNvPr id="18" name="Text Placeholder 2">
            <a:extLst>
              <a:ext uri="{FF2B5EF4-FFF2-40B4-BE49-F238E27FC236}">
                <a16:creationId xmlns:a16="http://schemas.microsoft.com/office/drawing/2014/main" id="{4994D909-A7BC-465C-8A9B-65471E73FB39}"/>
              </a:ext>
            </a:extLst>
          </p:cNvPr>
          <p:cNvSpPr>
            <a:spLocks noGrp="1"/>
          </p:cNvSpPr>
          <p:nvPr>
            <p:ph type="body" idx="1"/>
          </p:nvPr>
        </p:nvSpPr>
        <p:spPr>
          <a:xfrm>
            <a:off x="5593242" y="4388313"/>
            <a:ext cx="5864980" cy="1500187"/>
          </a:xfrm>
        </p:spPr>
        <p:txBody>
          <a:bodyPr/>
          <a:lstStyle>
            <a:lvl1pPr marL="0" indent="0">
              <a:buNone/>
              <a:defRPr sz="24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2" name="TextBox 1">
            <a:extLst>
              <a:ext uri="{FF2B5EF4-FFF2-40B4-BE49-F238E27FC236}">
                <a16:creationId xmlns:a16="http://schemas.microsoft.com/office/drawing/2014/main" id="{17921F3B-DFDD-3880-4A59-92315D909E94}"/>
              </a:ext>
            </a:extLst>
          </p:cNvPr>
          <p:cNvSpPr txBox="1"/>
          <p:nvPr userDrawn="1"/>
        </p:nvSpPr>
        <p:spPr>
          <a:xfrm>
            <a:off x="3048000" y="6425185"/>
            <a:ext cx="6096000" cy="248979"/>
          </a:xfrm>
          <a:prstGeom prst="rect">
            <a:avLst/>
          </a:prstGeom>
          <a:noFill/>
        </p:spPr>
        <p:txBody>
          <a:bodyPr wrap="square">
            <a:spAutoFit/>
          </a:bodyPr>
          <a:lstStyle/>
          <a:p>
            <a:pPr algn="ctr">
              <a:lnSpc>
                <a:spcPct val="107000"/>
              </a:lnSpc>
              <a:spcAft>
                <a:spcPts val="800"/>
              </a:spcAft>
            </a:pPr>
            <a:r>
              <a:rPr lang="en-US" sz="1000" dirty="0">
                <a:solidFill>
                  <a:schemeClr val="bg2"/>
                </a:solidFill>
                <a:effectLst/>
                <a:latin typeface="Frutiger LT Pro 45 Light" panose="020B0403030504020204" pitchFamily="34" charset="77"/>
                <a:ea typeface="Frutiger LT Pro 45 Light" panose="020B0403030504020204" pitchFamily="34" charset="77"/>
                <a:cs typeface="Calibri" panose="020F0502020204030204" pitchFamily="34" charset="0"/>
              </a:rPr>
              <a:t>©LTIMindtree | Privileged and Confidential 2025</a:t>
            </a:r>
            <a:endParaRPr lang="en-IN" sz="1000" dirty="0">
              <a:solidFill>
                <a:schemeClr val="bg2"/>
              </a:solidFill>
              <a:effectLst/>
              <a:latin typeface="Frutiger LT Pro 45 Light" panose="020B0403030504020204" pitchFamily="34" charset="77"/>
              <a:ea typeface="Frutiger LT Pro 45 Light" panose="020B0403030504020204" pitchFamily="34" charset="77"/>
              <a:cs typeface="Calibri" panose="020F0502020204030204" pitchFamily="34" charset="0"/>
            </a:endParaRPr>
          </a:p>
        </p:txBody>
      </p:sp>
      <p:pic>
        <p:nvPicPr>
          <p:cNvPr id="9" name="Picture 8">
            <a:extLst>
              <a:ext uri="{FF2B5EF4-FFF2-40B4-BE49-F238E27FC236}">
                <a16:creationId xmlns:a16="http://schemas.microsoft.com/office/drawing/2014/main" id="{8227DD45-CE2E-85E8-642D-93DED37DD35E}"/>
              </a:ext>
            </a:extLst>
          </p:cNvPr>
          <p:cNvPicPr>
            <a:picLocks noChangeAspect="1"/>
          </p:cNvPicPr>
          <p:nvPr userDrawn="1"/>
        </p:nvPicPr>
        <p:blipFill>
          <a:blip r:embed="rId3">
            <a:lum bright="100000" contrast="100000"/>
            <a:extLst>
              <a:ext uri="{28A0092B-C50C-407E-A947-70E740481C1C}">
                <a14:useLocalDpi xmlns:a14="http://schemas.microsoft.com/office/drawing/2010/main" val="0"/>
              </a:ext>
            </a:extLst>
          </a:blip>
          <a:stretch>
            <a:fillRect/>
          </a:stretch>
        </p:blipFill>
        <p:spPr>
          <a:xfrm>
            <a:off x="443341" y="6373111"/>
            <a:ext cx="1369134" cy="388898"/>
          </a:xfrm>
          <a:prstGeom prst="rect">
            <a:avLst/>
          </a:prstGeom>
        </p:spPr>
      </p:pic>
    </p:spTree>
    <p:extLst>
      <p:ext uri="{BB962C8B-B14F-4D97-AF65-F5344CB8AC3E}">
        <p14:creationId xmlns:p14="http://schemas.microsoft.com/office/powerpoint/2010/main" val="4061228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DD9C106-CE49-4F1B-A6DE-3C9818CAFB5C}"/>
              </a:ext>
            </a:extLst>
          </p:cNvPr>
          <p:cNvSpPr>
            <a:spLocks noGrp="1"/>
          </p:cNvSpPr>
          <p:nvPr>
            <p:ph idx="15"/>
          </p:nvPr>
        </p:nvSpPr>
        <p:spPr>
          <a:xfrm>
            <a:off x="533399" y="1655302"/>
            <a:ext cx="5486399" cy="4351338"/>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6" name="Content Placeholder 2">
            <a:extLst>
              <a:ext uri="{FF2B5EF4-FFF2-40B4-BE49-F238E27FC236}">
                <a16:creationId xmlns:a16="http://schemas.microsoft.com/office/drawing/2014/main" id="{0E8BB916-CDFC-439C-B0EF-513AE7B06ACB}"/>
              </a:ext>
            </a:extLst>
          </p:cNvPr>
          <p:cNvSpPr>
            <a:spLocks noGrp="1"/>
          </p:cNvSpPr>
          <p:nvPr>
            <p:ph idx="16"/>
          </p:nvPr>
        </p:nvSpPr>
        <p:spPr>
          <a:xfrm>
            <a:off x="6172201" y="1655302"/>
            <a:ext cx="5486398" cy="4351338"/>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20" name="Text Placeholder 13">
            <a:extLst>
              <a:ext uri="{FF2B5EF4-FFF2-40B4-BE49-F238E27FC236}">
                <a16:creationId xmlns:a16="http://schemas.microsoft.com/office/drawing/2014/main" id="{78651CBE-E342-762C-71AB-7A346C0BD173}"/>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8" name="Picture 7" descr="Background pattern&#10;&#10;Description automatically generated">
            <a:extLst>
              <a:ext uri="{FF2B5EF4-FFF2-40B4-BE49-F238E27FC236}">
                <a16:creationId xmlns:a16="http://schemas.microsoft.com/office/drawing/2014/main" id="{0D37EA21-4965-A1A5-EFE5-F1DB9D9A98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1" name="Marcador de número de diapositiva 5">
            <a:extLst>
              <a:ext uri="{FF2B5EF4-FFF2-40B4-BE49-F238E27FC236}">
                <a16:creationId xmlns:a16="http://schemas.microsoft.com/office/drawing/2014/main" id="{CACE2F8E-F80A-F347-8E9C-243A79D7388E}"/>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619278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704641-62E4-4217-A4FB-1461DCB34942}"/>
              </a:ext>
            </a:extLst>
          </p:cNvPr>
          <p:cNvSpPr>
            <a:spLocks noGrp="1"/>
          </p:cNvSpPr>
          <p:nvPr>
            <p:ph type="body" idx="1"/>
          </p:nvPr>
        </p:nvSpPr>
        <p:spPr>
          <a:xfrm>
            <a:off x="533399" y="1436914"/>
            <a:ext cx="5533119" cy="1068161"/>
          </a:xfrm>
        </p:spPr>
        <p:txBody>
          <a:bodyPr anchor="b">
            <a:noAutofit/>
          </a:bodyPr>
          <a:lstStyle>
            <a:lvl1pPr marL="0" indent="0">
              <a:buNone/>
              <a:defRPr lang="en-US" sz="2400" b="1" kern="1200" dirty="0">
                <a:solidFill>
                  <a:srgbClr val="595959"/>
                </a:solidFill>
                <a:latin typeface="+mj-lt"/>
                <a:ea typeface="+mn-ea"/>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5" name="Text Placeholder 4">
            <a:extLst>
              <a:ext uri="{FF2B5EF4-FFF2-40B4-BE49-F238E27FC236}">
                <a16:creationId xmlns:a16="http://schemas.microsoft.com/office/drawing/2014/main" id="{31BF8DFE-7699-41E5-ACEB-81719A7EB98B}"/>
              </a:ext>
            </a:extLst>
          </p:cNvPr>
          <p:cNvSpPr>
            <a:spLocks noGrp="1"/>
          </p:cNvSpPr>
          <p:nvPr>
            <p:ph type="body" sz="quarter" idx="3"/>
          </p:nvPr>
        </p:nvSpPr>
        <p:spPr>
          <a:xfrm>
            <a:off x="6241141" y="1436914"/>
            <a:ext cx="5417458" cy="1068161"/>
          </a:xfrm>
        </p:spPr>
        <p:txBody>
          <a:bodyPr anchor="b">
            <a:noAutofit/>
          </a:bodyPr>
          <a:lstStyle>
            <a:lvl1pPr marL="0" indent="0">
              <a:buNone/>
              <a:defRPr lang="en-US" sz="2400" b="1" kern="1200" dirty="0">
                <a:solidFill>
                  <a:srgbClr val="595959"/>
                </a:solidFill>
                <a:latin typeface="+mj-lt"/>
                <a:ea typeface="+mn-ea"/>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16" name="Content Placeholder 2">
            <a:extLst>
              <a:ext uri="{FF2B5EF4-FFF2-40B4-BE49-F238E27FC236}">
                <a16:creationId xmlns:a16="http://schemas.microsoft.com/office/drawing/2014/main" id="{F54FF91B-5FE4-409D-BA7F-37376CD5E4AB}"/>
              </a:ext>
            </a:extLst>
          </p:cNvPr>
          <p:cNvSpPr>
            <a:spLocks noGrp="1"/>
          </p:cNvSpPr>
          <p:nvPr>
            <p:ph idx="15"/>
          </p:nvPr>
        </p:nvSpPr>
        <p:spPr>
          <a:xfrm>
            <a:off x="533399" y="2651506"/>
            <a:ext cx="5533119" cy="3432302"/>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8" name="Content Placeholder 2">
            <a:extLst>
              <a:ext uri="{FF2B5EF4-FFF2-40B4-BE49-F238E27FC236}">
                <a16:creationId xmlns:a16="http://schemas.microsoft.com/office/drawing/2014/main" id="{CFDB344D-832A-4E14-93A2-EF0879A2EDA0}"/>
              </a:ext>
            </a:extLst>
          </p:cNvPr>
          <p:cNvSpPr>
            <a:spLocks noGrp="1"/>
          </p:cNvSpPr>
          <p:nvPr>
            <p:ph idx="16"/>
          </p:nvPr>
        </p:nvSpPr>
        <p:spPr>
          <a:xfrm>
            <a:off x="6241141" y="2663457"/>
            <a:ext cx="5417458" cy="3432302"/>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sp>
        <p:nvSpPr>
          <p:cNvPr id="15" name="Text Placeholder 13">
            <a:extLst>
              <a:ext uri="{FF2B5EF4-FFF2-40B4-BE49-F238E27FC236}">
                <a16:creationId xmlns:a16="http://schemas.microsoft.com/office/drawing/2014/main" id="{EF8A07F5-F0F3-56A0-B462-8A048CE69422}"/>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10" name="Picture 9" descr="Background pattern&#10;&#10;Description automatically generated">
            <a:extLst>
              <a:ext uri="{FF2B5EF4-FFF2-40B4-BE49-F238E27FC236}">
                <a16:creationId xmlns:a16="http://schemas.microsoft.com/office/drawing/2014/main" id="{4DD8A8A8-2642-F3FA-DCC7-296A6B23D3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4" name="Marcador de número de diapositiva 5">
            <a:extLst>
              <a:ext uri="{FF2B5EF4-FFF2-40B4-BE49-F238E27FC236}">
                <a16:creationId xmlns:a16="http://schemas.microsoft.com/office/drawing/2014/main" id="{0A8FC8DD-D1CD-B223-1096-CE2AAC973F80}"/>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27192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6CF0EE8-1D27-DB0B-D74F-2627C320CB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4" name="Marcador de número de diapositiva 5">
            <a:extLst>
              <a:ext uri="{FF2B5EF4-FFF2-40B4-BE49-F238E27FC236}">
                <a16:creationId xmlns:a16="http://schemas.microsoft.com/office/drawing/2014/main" id="{3CBCC0C3-A39C-312F-C0F0-B965E11FFDA0}"/>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pic>
        <p:nvPicPr>
          <p:cNvPr id="9" name="Picture 8" descr="Background pattern&#10;&#10;Description automatically generated">
            <a:extLst>
              <a:ext uri="{FF2B5EF4-FFF2-40B4-BE49-F238E27FC236}">
                <a16:creationId xmlns:a16="http://schemas.microsoft.com/office/drawing/2014/main" id="{0E2AFA92-4A8A-D692-CB16-A5351C9E57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862"/>
            <a:ext cx="5760164" cy="4106844"/>
          </a:xfrm>
          <a:prstGeom prst="rect">
            <a:avLst/>
          </a:prstGeom>
        </p:spPr>
      </p:pic>
      <p:sp>
        <p:nvSpPr>
          <p:cNvPr id="8" name="Text Placeholder 13">
            <a:extLst>
              <a:ext uri="{FF2B5EF4-FFF2-40B4-BE49-F238E27FC236}">
                <a16:creationId xmlns:a16="http://schemas.microsoft.com/office/drawing/2014/main" id="{773A9ED4-9BDF-42B0-B98D-5F105B1AC112}"/>
              </a:ext>
            </a:extLst>
          </p:cNvPr>
          <p:cNvSpPr>
            <a:spLocks noGrp="1"/>
          </p:cNvSpPr>
          <p:nvPr>
            <p:ph type="body" sz="quarter" idx="13" hasCustomPrompt="1"/>
          </p:nvPr>
        </p:nvSpPr>
        <p:spPr>
          <a:xfrm>
            <a:off x="1646042" y="961005"/>
            <a:ext cx="8911647" cy="434975"/>
          </a:xfrm>
        </p:spPr>
        <p:txBody>
          <a:bodyPr vert="horz" lIns="91440" tIns="45720" rIns="91440" bIns="45720" rtlCol="0">
            <a:noAutofit/>
          </a:bodyPr>
          <a:lstStyle>
            <a:lvl1pPr>
              <a:defRPr lang="en-US" sz="3200" b="1" dirty="0">
                <a:solidFill>
                  <a:srgbClr val="595959"/>
                </a:solidFill>
                <a:latin typeface="+mj-lt"/>
              </a:defRPr>
            </a:lvl1pPr>
          </a:lstStyle>
          <a:p>
            <a:pPr marL="0" lvl="0" indent="0">
              <a:buFontTx/>
              <a:buNone/>
            </a:pPr>
            <a:r>
              <a:rPr lang="en-US" dirty="0"/>
              <a:t>Title Here</a:t>
            </a:r>
          </a:p>
        </p:txBody>
      </p:sp>
      <p:sp>
        <p:nvSpPr>
          <p:cNvPr id="21" name="Content Placeholder 2">
            <a:extLst>
              <a:ext uri="{FF2B5EF4-FFF2-40B4-BE49-F238E27FC236}">
                <a16:creationId xmlns:a16="http://schemas.microsoft.com/office/drawing/2014/main" id="{EB90635A-C270-48A0-A1B0-C1B896E998AA}"/>
              </a:ext>
            </a:extLst>
          </p:cNvPr>
          <p:cNvSpPr>
            <a:spLocks noGrp="1"/>
          </p:cNvSpPr>
          <p:nvPr>
            <p:ph idx="15"/>
          </p:nvPr>
        </p:nvSpPr>
        <p:spPr>
          <a:xfrm>
            <a:off x="1663792" y="1712849"/>
            <a:ext cx="8864415" cy="3432302"/>
          </a:xfrm>
        </p:spPr>
        <p:txBody>
          <a:bodyPr/>
          <a:lstStyle>
            <a:lvl1pPr>
              <a:defRPr lang="en-US" sz="2400" b="1" dirty="0" smtClean="0">
                <a:solidFill>
                  <a:srgbClr val="595959"/>
                </a:solidFill>
                <a:latin typeface="Frutiger 45 Light" pitchFamily="2" charset="0"/>
              </a:defRPr>
            </a:lvl1pPr>
            <a:lvl2pPr marL="114300" indent="-342900">
              <a:buFont typeface="Wingdings" pitchFamily="2" charset="2"/>
              <a:buChar char="§"/>
              <a:defRPr sz="2000">
                <a:solidFill>
                  <a:srgbClr val="595959"/>
                </a:solidFill>
                <a:latin typeface="Frutiger 45 Light" pitchFamily="2" charset="0"/>
              </a:defRPr>
            </a:lvl2pPr>
            <a:lvl3pPr marL="1085850" indent="-285750">
              <a:buFont typeface="Wingdings" pitchFamily="2" charset="2"/>
              <a:buChar char="§"/>
              <a:defRPr sz="1800">
                <a:solidFill>
                  <a:srgbClr val="595959"/>
                </a:solidFill>
                <a:latin typeface="Frutiger 45 Light" pitchFamily="2" charset="0"/>
              </a:defRPr>
            </a:lvl3pPr>
            <a:lvl4pPr marL="1600200" indent="-285750">
              <a:buFont typeface="Wingdings" pitchFamily="2" charset="2"/>
              <a:buChar char="§"/>
              <a:defRPr sz="1400">
                <a:solidFill>
                  <a:srgbClr val="595959"/>
                </a:solidFill>
                <a:latin typeface="Frutiger 45 Light" pitchFamily="2" charset="0"/>
              </a:defRPr>
            </a:lvl4pPr>
            <a:lvl5pPr>
              <a:buFont typeface="Wingdings" pitchFamily="2" charset="2"/>
              <a:buChar char="§"/>
              <a:defRPr sz="1400">
                <a:solidFill>
                  <a:srgbClr val="595959"/>
                </a:solidFill>
                <a:latin typeface="Frutiger 45 Light" pitchFamily="2" charset="0"/>
              </a:defRPr>
            </a:lvl5pPr>
          </a:lstStyle>
          <a:p>
            <a:pPr marL="228600" lvl="0" indent="-228600" algn="l" defTabSz="914400" rtl="0" eaLnBrk="1" latinLnBrk="0" hangingPunct="1">
              <a:lnSpc>
                <a:spcPct val="90000"/>
              </a:lnSpc>
              <a:spcBef>
                <a:spcPts val="1000"/>
              </a:spcBef>
            </a:pPr>
            <a:r>
              <a:rPr lang="en-US" dirty="0"/>
              <a:t>Click to edit Master text styles</a:t>
            </a:r>
          </a:p>
          <a:p>
            <a:pPr marL="1028700" lvl="2" indent="-228600" algn="l" defTabSz="914400" rtl="0" eaLnBrk="1" latinLnBrk="0" hangingPunct="1">
              <a:lnSpc>
                <a:spcPct val="90000"/>
              </a:lnSpc>
              <a:spcBef>
                <a:spcPts val="1000"/>
              </a:spcBef>
            </a:pPr>
            <a:r>
              <a:rPr lang="en-US" dirty="0"/>
              <a:t>Second level</a:t>
            </a:r>
          </a:p>
          <a:p>
            <a:pPr marL="1543050" lvl="3" indent="-228600" algn="l" defTabSz="914400" rtl="0" eaLnBrk="1" latinLnBrk="0" hangingPunct="1">
              <a:lnSpc>
                <a:spcPct val="90000"/>
              </a:lnSpc>
              <a:spcBef>
                <a:spcPts val="1000"/>
              </a:spcBef>
            </a:pPr>
            <a:r>
              <a:rPr lang="en-US" dirty="0" err="1"/>
              <a:t>fsdfdasfdsafasdfsdfa</a:t>
            </a:r>
            <a:endParaRPr lang="en-US" dirty="0"/>
          </a:p>
          <a:p>
            <a:pPr marL="285750" lvl="2" indent="-285750" algn="l" defTabSz="914400" rtl="0" eaLnBrk="1" latinLnBrk="0" hangingPunct="1">
              <a:lnSpc>
                <a:spcPct val="90000"/>
              </a:lnSpc>
              <a:spcBef>
                <a:spcPts val="1000"/>
              </a:spcBef>
            </a:pPr>
            <a:r>
              <a:rPr lang="en-US" dirty="0"/>
              <a:t>Third level</a:t>
            </a:r>
          </a:p>
          <a:p>
            <a:pPr marL="285750" lvl="3" indent="-285750" algn="l" defTabSz="914400" rtl="0" eaLnBrk="1" latinLnBrk="0" hangingPunct="1">
              <a:lnSpc>
                <a:spcPct val="90000"/>
              </a:lnSpc>
              <a:spcBef>
                <a:spcPts val="1000"/>
              </a:spcBef>
            </a:pPr>
            <a:r>
              <a:rPr lang="en-US" dirty="0"/>
              <a:t>Fourth level</a:t>
            </a:r>
          </a:p>
          <a:p>
            <a:pPr marL="285750" lvl="4" indent="-285750" algn="l" defTabSz="914400" rtl="0" eaLnBrk="1" latinLnBrk="0" hangingPunct="1">
              <a:lnSpc>
                <a:spcPct val="90000"/>
              </a:lnSpc>
              <a:spcBef>
                <a:spcPts val="1000"/>
              </a:spcBef>
            </a:pPr>
            <a:r>
              <a:rPr lang="en-US" dirty="0"/>
              <a:t>Fifth level</a:t>
            </a:r>
          </a:p>
        </p:txBody>
      </p:sp>
    </p:spTree>
    <p:extLst>
      <p:ext uri="{BB962C8B-B14F-4D97-AF65-F5344CB8AC3E}">
        <p14:creationId xmlns:p14="http://schemas.microsoft.com/office/powerpoint/2010/main" val="1768689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5C7D-CC90-4232-9BFD-B2B1B29D3D23}"/>
              </a:ext>
            </a:extLst>
          </p:cNvPr>
          <p:cNvSpPr>
            <a:spLocks noGrp="1"/>
          </p:cNvSpPr>
          <p:nvPr>
            <p:ph type="title" hasCustomPrompt="1"/>
          </p:nvPr>
        </p:nvSpPr>
        <p:spPr>
          <a:xfrm>
            <a:off x="533400" y="1163411"/>
            <a:ext cx="10515600" cy="1325563"/>
          </a:xfrm>
        </p:spPr>
        <p:txBody>
          <a:bodyPr>
            <a:normAutofit/>
          </a:bodyPr>
          <a:lstStyle>
            <a:lvl1pPr>
              <a:defRPr lang="en-US" sz="2800" b="1" kern="1200" dirty="0">
                <a:solidFill>
                  <a:srgbClr val="595959"/>
                </a:solidFill>
                <a:latin typeface="Frutiger 45 Light" pitchFamily="2" charset="0"/>
                <a:ea typeface="+mn-ea"/>
                <a:cs typeface="Calibri" panose="020F050202020403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Headline goes here</a:t>
            </a:r>
            <a:br>
              <a:rPr lang="en-US" dirty="0"/>
            </a:br>
            <a:r>
              <a:rPr lang="en-US" dirty="0"/>
              <a:t>Headline goes here</a:t>
            </a:r>
          </a:p>
        </p:txBody>
      </p:sp>
      <p:sp>
        <p:nvSpPr>
          <p:cNvPr id="16" name="Text Placeholder 15">
            <a:extLst>
              <a:ext uri="{FF2B5EF4-FFF2-40B4-BE49-F238E27FC236}">
                <a16:creationId xmlns:a16="http://schemas.microsoft.com/office/drawing/2014/main" id="{06252767-4743-47D6-B4D1-07FC2385DD22}"/>
              </a:ext>
            </a:extLst>
          </p:cNvPr>
          <p:cNvSpPr>
            <a:spLocks noGrp="1"/>
          </p:cNvSpPr>
          <p:nvPr>
            <p:ph type="body" sz="quarter" idx="14"/>
          </p:nvPr>
        </p:nvSpPr>
        <p:spPr>
          <a:xfrm>
            <a:off x="533400" y="2815546"/>
            <a:ext cx="10515600" cy="2743200"/>
          </a:xfrm>
        </p:spPr>
        <p:txBody>
          <a:bodyPr>
            <a:normAutofit/>
          </a:bodyPr>
          <a:lstStyle>
            <a:lvl1pPr marL="0" indent="0">
              <a:buNone/>
              <a:defRPr sz="1600">
                <a:solidFill>
                  <a:srgbClr val="595959"/>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10" name="Text Placeholder 13">
            <a:extLst>
              <a:ext uri="{FF2B5EF4-FFF2-40B4-BE49-F238E27FC236}">
                <a16:creationId xmlns:a16="http://schemas.microsoft.com/office/drawing/2014/main" id="{11611A3D-47D0-3647-0CCE-0CB7D32E60C5}"/>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11" name="Picture 10" descr="Background pattern&#10;&#10;Description automatically generated">
            <a:extLst>
              <a:ext uri="{FF2B5EF4-FFF2-40B4-BE49-F238E27FC236}">
                <a16:creationId xmlns:a16="http://schemas.microsoft.com/office/drawing/2014/main" id="{763F4705-5885-9139-7C1E-5E2F720F77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2" name="Marcador de número de diapositiva 5">
            <a:extLst>
              <a:ext uri="{FF2B5EF4-FFF2-40B4-BE49-F238E27FC236}">
                <a16:creationId xmlns:a16="http://schemas.microsoft.com/office/drawing/2014/main" id="{9314451A-6C5B-D5A1-9DD9-55A1359B67FC}"/>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7755515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6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5CDA55D2-453F-4E7D-AF30-1542DF26EE53}"/>
              </a:ext>
            </a:extLst>
          </p:cNvPr>
          <p:cNvSpPr>
            <a:spLocks noGrp="1"/>
          </p:cNvSpPr>
          <p:nvPr>
            <p:ph type="title"/>
          </p:nvPr>
        </p:nvSpPr>
        <p:spPr>
          <a:xfrm>
            <a:off x="478972" y="457200"/>
            <a:ext cx="4293054" cy="1600200"/>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Click to edit Master title style</a:t>
            </a:r>
          </a:p>
        </p:txBody>
      </p:sp>
      <p:sp>
        <p:nvSpPr>
          <p:cNvPr id="16" name="Text Placeholder 3">
            <a:extLst>
              <a:ext uri="{FF2B5EF4-FFF2-40B4-BE49-F238E27FC236}">
                <a16:creationId xmlns:a16="http://schemas.microsoft.com/office/drawing/2014/main" id="{81469E54-C50A-4DB5-B104-9B998831769B}"/>
              </a:ext>
            </a:extLst>
          </p:cNvPr>
          <p:cNvSpPr>
            <a:spLocks noGrp="1"/>
          </p:cNvSpPr>
          <p:nvPr>
            <p:ph type="body" sz="half" idx="2"/>
          </p:nvPr>
        </p:nvSpPr>
        <p:spPr>
          <a:xfrm>
            <a:off x="478972" y="2057400"/>
            <a:ext cx="4293054" cy="3811588"/>
          </a:xfrm>
        </p:spPr>
        <p:txBody>
          <a:bodyPr/>
          <a:lstStyle>
            <a:lvl1pPr marL="0" indent="0">
              <a:buNone/>
              <a:defRPr sz="1600">
                <a:solidFill>
                  <a:srgbClr val="595959"/>
                </a:solidFill>
                <a:latin typeface="Frutiger 45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7" name="Content Placeholder 2">
            <a:extLst>
              <a:ext uri="{FF2B5EF4-FFF2-40B4-BE49-F238E27FC236}">
                <a16:creationId xmlns:a16="http://schemas.microsoft.com/office/drawing/2014/main" id="{AE8A5CEA-5F4E-4109-ACB7-808AE0D5B170}"/>
              </a:ext>
            </a:extLst>
          </p:cNvPr>
          <p:cNvSpPr>
            <a:spLocks noGrp="1"/>
          </p:cNvSpPr>
          <p:nvPr>
            <p:ph idx="16"/>
          </p:nvPr>
        </p:nvSpPr>
        <p:spPr>
          <a:xfrm>
            <a:off x="5306569" y="2055542"/>
            <a:ext cx="5181599" cy="3813445"/>
          </a:xfrm>
        </p:spPr>
        <p:txBody>
          <a:bodyPr/>
          <a:lstStyle>
            <a:lvl1pPr>
              <a:defRPr lang="en-US" sz="2400" b="1" dirty="0" smtClean="0">
                <a:solidFill>
                  <a:srgbClr val="595959"/>
                </a:solidFill>
                <a:latin typeface="Frutiger 45 Light" pitchFamily="2" charset="0"/>
              </a:defRPr>
            </a:lvl1pPr>
            <a:lvl2pPr>
              <a:defRPr sz="2000">
                <a:solidFill>
                  <a:srgbClr val="595959"/>
                </a:solidFill>
                <a:latin typeface="Frutiger 45 Light" pitchFamily="2" charset="0"/>
              </a:defRPr>
            </a:lvl2pPr>
            <a:lvl3pPr>
              <a:defRPr sz="1800">
                <a:solidFill>
                  <a:srgbClr val="595959"/>
                </a:solidFill>
                <a:latin typeface="Frutiger 45 Light" pitchFamily="2" charset="0"/>
              </a:defRPr>
            </a:lvl3pPr>
            <a:lvl4pPr>
              <a:defRPr sz="1400">
                <a:solidFill>
                  <a:srgbClr val="595959"/>
                </a:solidFill>
                <a:latin typeface="Frutiger 45 Light" pitchFamily="2" charset="0"/>
              </a:defRPr>
            </a:lvl4pPr>
            <a:lvl5pPr>
              <a:defRPr sz="1400">
                <a:solidFill>
                  <a:srgbClr val="595959"/>
                </a:solidFill>
                <a:latin typeface="Frutiger 45 Light"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marL="0" lvl="1" indent="0" algn="l" defTabSz="914400" rtl="0" eaLnBrk="1" latinLnBrk="0" hangingPunct="1">
              <a:lnSpc>
                <a:spcPct val="90000"/>
              </a:lnSpc>
              <a:spcBef>
                <a:spcPts val="1000"/>
              </a:spcBef>
              <a:buFont typeface="Arial" panose="020B0604020202020204" pitchFamily="34" charset="0"/>
              <a:buNone/>
            </a:pPr>
            <a:r>
              <a:rPr lang="en-US" dirty="0"/>
              <a:t>Second level</a:t>
            </a:r>
          </a:p>
          <a:p>
            <a:pPr marL="0" lvl="2" indent="0" algn="l" defTabSz="914400" rtl="0" eaLnBrk="1" latinLnBrk="0" hangingPunct="1">
              <a:lnSpc>
                <a:spcPct val="90000"/>
              </a:lnSpc>
              <a:spcBef>
                <a:spcPts val="1000"/>
              </a:spcBef>
              <a:buFont typeface="Arial" panose="020B0604020202020204" pitchFamily="34" charset="0"/>
              <a:buNone/>
            </a:pPr>
            <a:r>
              <a:rPr lang="en-US" dirty="0"/>
              <a:t>Third level</a:t>
            </a:r>
          </a:p>
          <a:p>
            <a:pPr marL="0" lvl="3" indent="0" algn="l" defTabSz="914400" rtl="0" eaLnBrk="1" latinLnBrk="0" hangingPunct="1">
              <a:lnSpc>
                <a:spcPct val="90000"/>
              </a:lnSpc>
              <a:spcBef>
                <a:spcPts val="1000"/>
              </a:spcBef>
              <a:buFont typeface="Arial" panose="020B0604020202020204" pitchFamily="34" charset="0"/>
              <a:buNone/>
            </a:pPr>
            <a:r>
              <a:rPr lang="en-US" dirty="0"/>
              <a:t>Fourth level</a:t>
            </a:r>
          </a:p>
          <a:p>
            <a:pPr marL="0" lvl="4" indent="0" algn="l" defTabSz="914400" rtl="0" eaLnBrk="1" latinLnBrk="0" hangingPunct="1">
              <a:lnSpc>
                <a:spcPct val="90000"/>
              </a:lnSpc>
              <a:spcBef>
                <a:spcPts val="1000"/>
              </a:spcBef>
              <a:buFont typeface="Arial" panose="020B0604020202020204" pitchFamily="34" charset="0"/>
              <a:buNone/>
            </a:pPr>
            <a:r>
              <a:rPr lang="en-US" dirty="0"/>
              <a:t>Fifth level</a:t>
            </a:r>
          </a:p>
        </p:txBody>
      </p:sp>
      <p:pic>
        <p:nvPicPr>
          <p:cNvPr id="9" name="Picture 8" descr="Background pattern&#10;&#10;Description automatically generated">
            <a:extLst>
              <a:ext uri="{FF2B5EF4-FFF2-40B4-BE49-F238E27FC236}">
                <a16:creationId xmlns:a16="http://schemas.microsoft.com/office/drawing/2014/main" id="{7916254B-43C5-9C82-7FF6-BC881992F7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0" name="Marcador de número de diapositiva 5">
            <a:extLst>
              <a:ext uri="{FF2B5EF4-FFF2-40B4-BE49-F238E27FC236}">
                <a16:creationId xmlns:a16="http://schemas.microsoft.com/office/drawing/2014/main" id="{32BAEA48-FEC5-7F2A-1732-CFFB91C99D61}"/>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4050795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B7F8B00-12EF-4751-A034-D733BB7D51B2}"/>
              </a:ext>
            </a:extLst>
          </p:cNvPr>
          <p:cNvSpPr>
            <a:spLocks noGrp="1"/>
          </p:cNvSpPr>
          <p:nvPr>
            <p:ph type="title"/>
          </p:nvPr>
        </p:nvSpPr>
        <p:spPr>
          <a:xfrm>
            <a:off x="478972" y="457200"/>
            <a:ext cx="4293054" cy="1600200"/>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Click to edit Master title style</a:t>
            </a:r>
          </a:p>
        </p:txBody>
      </p:sp>
      <p:sp>
        <p:nvSpPr>
          <p:cNvPr id="12" name="Picture Placeholder 2">
            <a:extLst>
              <a:ext uri="{FF2B5EF4-FFF2-40B4-BE49-F238E27FC236}">
                <a16:creationId xmlns:a16="http://schemas.microsoft.com/office/drawing/2014/main" id="{A5B0E1B6-489C-4643-9FE5-9D4A936A7B8C}"/>
              </a:ext>
            </a:extLst>
          </p:cNvPr>
          <p:cNvSpPr>
            <a:spLocks noGrp="1"/>
          </p:cNvSpPr>
          <p:nvPr>
            <p:ph type="pic" idx="1"/>
          </p:nvPr>
        </p:nvSpPr>
        <p:spPr>
          <a:xfrm>
            <a:off x="5183188" y="0"/>
            <a:ext cx="7008812" cy="6857999"/>
          </a:xfrm>
        </p:spPr>
        <p:txBody>
          <a:bodyPr/>
          <a:lstStyle>
            <a:lvl1pPr marL="0" indent="0">
              <a:buNone/>
              <a:defRPr sz="3200">
                <a:solidFill>
                  <a:srgbClr val="595959"/>
                </a:solidFill>
                <a:latin typeface="Frutiger 45 Light"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13" name="Text Placeholder 3">
            <a:extLst>
              <a:ext uri="{FF2B5EF4-FFF2-40B4-BE49-F238E27FC236}">
                <a16:creationId xmlns:a16="http://schemas.microsoft.com/office/drawing/2014/main" id="{A70DA0CC-8337-43E8-B632-01AC9639E728}"/>
              </a:ext>
            </a:extLst>
          </p:cNvPr>
          <p:cNvSpPr>
            <a:spLocks noGrp="1"/>
          </p:cNvSpPr>
          <p:nvPr>
            <p:ph type="body" sz="half" idx="2"/>
          </p:nvPr>
        </p:nvSpPr>
        <p:spPr>
          <a:xfrm>
            <a:off x="478972" y="2057400"/>
            <a:ext cx="4293054" cy="3811588"/>
          </a:xfrm>
        </p:spPr>
        <p:txBody>
          <a:bodyPr/>
          <a:lstStyle>
            <a:lvl1pPr marL="0" indent="0">
              <a:buNone/>
              <a:defRPr sz="1600">
                <a:solidFill>
                  <a:srgbClr val="595959"/>
                </a:solidFill>
                <a:latin typeface="Frutiger 45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2" name="Picture 1" descr="Background pattern&#10;&#10;Description automatically generated">
            <a:extLst>
              <a:ext uri="{FF2B5EF4-FFF2-40B4-BE49-F238E27FC236}">
                <a16:creationId xmlns:a16="http://schemas.microsoft.com/office/drawing/2014/main" id="{B70154DA-9096-81F4-B455-E3499A1BD4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3" name="Marcador de número de diapositiva 5">
            <a:extLst>
              <a:ext uri="{FF2B5EF4-FFF2-40B4-BE49-F238E27FC236}">
                <a16:creationId xmlns:a16="http://schemas.microsoft.com/office/drawing/2014/main" id="{3D440A3F-6F49-A806-CA5F-776CACB1FDFB}"/>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732885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2" name="Picture 1" descr="Background pattern&#10;&#10;Description automatically generated">
            <a:extLst>
              <a:ext uri="{FF2B5EF4-FFF2-40B4-BE49-F238E27FC236}">
                <a16:creationId xmlns:a16="http://schemas.microsoft.com/office/drawing/2014/main" id="{1379A390-F031-B6A4-9699-D7473C2034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4" name="Marcador de número de diapositiva 5">
            <a:extLst>
              <a:ext uri="{FF2B5EF4-FFF2-40B4-BE49-F238E27FC236}">
                <a16:creationId xmlns:a16="http://schemas.microsoft.com/office/drawing/2014/main" id="{BA5E112F-F5E3-1239-9356-9397EE4D0862}"/>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31997269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63948A3-32FA-5533-16DA-635E26595B61}"/>
              </a:ext>
            </a:extLst>
          </p:cNvPr>
          <p:cNvSpPr/>
          <p:nvPr userDrawn="1"/>
        </p:nvSpPr>
        <p:spPr>
          <a:xfrm flipV="1">
            <a:off x="3351682"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11" name="Rectangle 10">
            <a:extLst>
              <a:ext uri="{FF2B5EF4-FFF2-40B4-BE49-F238E27FC236}">
                <a16:creationId xmlns:a16="http://schemas.microsoft.com/office/drawing/2014/main" id="{3447ABFF-7AC4-BAD1-41A4-E1FE5B8092EF}"/>
              </a:ext>
            </a:extLst>
          </p:cNvPr>
          <p:cNvSpPr/>
          <p:nvPr userDrawn="1"/>
        </p:nvSpPr>
        <p:spPr>
          <a:xfrm flipV="1">
            <a:off x="533272"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20" name="Rectangle 19">
            <a:extLst>
              <a:ext uri="{FF2B5EF4-FFF2-40B4-BE49-F238E27FC236}">
                <a16:creationId xmlns:a16="http://schemas.microsoft.com/office/drawing/2014/main" id="{DB963FEE-DF85-5D77-1E01-49124A2CEAF5}"/>
              </a:ext>
            </a:extLst>
          </p:cNvPr>
          <p:cNvSpPr/>
          <p:nvPr userDrawn="1"/>
        </p:nvSpPr>
        <p:spPr>
          <a:xfrm flipV="1">
            <a:off x="6170092"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21" name="Rectangle 20">
            <a:extLst>
              <a:ext uri="{FF2B5EF4-FFF2-40B4-BE49-F238E27FC236}">
                <a16:creationId xmlns:a16="http://schemas.microsoft.com/office/drawing/2014/main" id="{D5653896-D7CD-93EE-8417-E2C2E847A910}"/>
              </a:ext>
            </a:extLst>
          </p:cNvPr>
          <p:cNvSpPr/>
          <p:nvPr userDrawn="1"/>
        </p:nvSpPr>
        <p:spPr>
          <a:xfrm flipV="1">
            <a:off x="8988503" y="1567022"/>
            <a:ext cx="2466609" cy="3840464"/>
          </a:xfrm>
          <a:prstGeom prst="rect">
            <a:avLst/>
          </a:prstGeom>
          <a:gradFill flip="none" rotWithShape="1">
            <a:gsLst>
              <a:gs pos="0">
                <a:srgbClr val="F2F7FA"/>
              </a:gs>
              <a:gs pos="100000">
                <a:srgbClr val="F9F0E0"/>
              </a:gs>
            </a:gsLst>
            <a:lin ang="2700000" scaled="1"/>
            <a:tileRect/>
          </a:gra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a:ln>
                <a:noFill/>
              </a:ln>
              <a:solidFill>
                <a:srgbClr val="003865"/>
              </a:solidFill>
              <a:effectLst/>
              <a:uLnTx/>
              <a:uFillTx/>
            </a:endParaRPr>
          </a:p>
        </p:txBody>
      </p:sp>
      <p:sp>
        <p:nvSpPr>
          <p:cNvPr id="26" name="Picture Placeholder 25">
            <a:extLst>
              <a:ext uri="{FF2B5EF4-FFF2-40B4-BE49-F238E27FC236}">
                <a16:creationId xmlns:a16="http://schemas.microsoft.com/office/drawing/2014/main" id="{12ACBE6E-5DAE-5B6C-1E92-11C9C6623391}"/>
              </a:ext>
            </a:extLst>
          </p:cNvPr>
          <p:cNvSpPr>
            <a:spLocks noGrp="1"/>
          </p:cNvSpPr>
          <p:nvPr>
            <p:ph type="pic" sz="quarter" idx="14" hasCustomPrompt="1"/>
          </p:nvPr>
        </p:nvSpPr>
        <p:spPr>
          <a:xfrm>
            <a:off x="1361829" y="1964039"/>
            <a:ext cx="809494" cy="809495"/>
          </a:xfrm>
          <a:prstGeom prst="ellipse">
            <a:avLst/>
          </a:prstGeom>
          <a:ln>
            <a:noFill/>
          </a:ln>
        </p:spPr>
        <p:txBody>
          <a:bodyPr anchor="ctr">
            <a:noAutofit/>
          </a:bodyPr>
          <a:lstStyle>
            <a:lvl1pPr marL="0" indent="0" algn="ctr">
              <a:buFontTx/>
              <a:buNone/>
              <a:defRPr sz="1800"/>
            </a:lvl1pPr>
          </a:lstStyle>
          <a:p>
            <a:r>
              <a:rPr lang="en-US" dirty="0"/>
              <a:t>icon</a:t>
            </a:r>
          </a:p>
        </p:txBody>
      </p:sp>
      <p:sp>
        <p:nvSpPr>
          <p:cNvPr id="27" name="Picture Placeholder 25">
            <a:extLst>
              <a:ext uri="{FF2B5EF4-FFF2-40B4-BE49-F238E27FC236}">
                <a16:creationId xmlns:a16="http://schemas.microsoft.com/office/drawing/2014/main" id="{15DCB66B-4DA5-68F3-EAAE-A7B0A4F3B1D1}"/>
              </a:ext>
            </a:extLst>
          </p:cNvPr>
          <p:cNvSpPr>
            <a:spLocks noGrp="1"/>
          </p:cNvSpPr>
          <p:nvPr>
            <p:ph type="pic" sz="quarter" idx="15" hasCustomPrompt="1"/>
          </p:nvPr>
        </p:nvSpPr>
        <p:spPr>
          <a:xfrm>
            <a:off x="4180239" y="1964039"/>
            <a:ext cx="809494" cy="809495"/>
          </a:xfrm>
          <a:prstGeom prst="ellipse">
            <a:avLst/>
          </a:prstGeom>
          <a:ln>
            <a:noFill/>
          </a:ln>
        </p:spPr>
        <p:txBody>
          <a:bodyPr anchor="ctr">
            <a:noAutofit/>
          </a:bodyPr>
          <a:lstStyle>
            <a:lvl1pPr marL="0" indent="0" algn="ctr">
              <a:buFontTx/>
              <a:buNone/>
              <a:defRPr sz="1800"/>
            </a:lvl1pPr>
          </a:lstStyle>
          <a:p>
            <a:r>
              <a:rPr lang="en-US" dirty="0"/>
              <a:t>icon</a:t>
            </a:r>
          </a:p>
        </p:txBody>
      </p:sp>
      <p:sp>
        <p:nvSpPr>
          <p:cNvPr id="28" name="Picture Placeholder 25">
            <a:extLst>
              <a:ext uri="{FF2B5EF4-FFF2-40B4-BE49-F238E27FC236}">
                <a16:creationId xmlns:a16="http://schemas.microsoft.com/office/drawing/2014/main" id="{416EDE06-9533-67FB-BF24-DF6C76E3E628}"/>
              </a:ext>
            </a:extLst>
          </p:cNvPr>
          <p:cNvSpPr>
            <a:spLocks noGrp="1"/>
          </p:cNvSpPr>
          <p:nvPr>
            <p:ph type="pic" sz="quarter" idx="16" hasCustomPrompt="1"/>
          </p:nvPr>
        </p:nvSpPr>
        <p:spPr>
          <a:xfrm>
            <a:off x="6998649" y="1964039"/>
            <a:ext cx="809494" cy="809495"/>
          </a:xfrm>
          <a:prstGeom prst="ellipse">
            <a:avLst/>
          </a:prstGeom>
          <a:ln>
            <a:noFill/>
          </a:ln>
        </p:spPr>
        <p:txBody>
          <a:bodyPr anchor="ctr">
            <a:noAutofit/>
          </a:bodyPr>
          <a:lstStyle>
            <a:lvl1pPr marL="0" indent="0" algn="ctr">
              <a:buFontTx/>
              <a:buNone/>
              <a:defRPr sz="1800"/>
            </a:lvl1pPr>
          </a:lstStyle>
          <a:p>
            <a:r>
              <a:rPr lang="en-US" dirty="0"/>
              <a:t>icon</a:t>
            </a:r>
          </a:p>
        </p:txBody>
      </p:sp>
      <p:sp>
        <p:nvSpPr>
          <p:cNvPr id="29" name="Picture Placeholder 25">
            <a:extLst>
              <a:ext uri="{FF2B5EF4-FFF2-40B4-BE49-F238E27FC236}">
                <a16:creationId xmlns:a16="http://schemas.microsoft.com/office/drawing/2014/main" id="{690D0B6E-A10C-4C7A-3858-68AF26206F27}"/>
              </a:ext>
            </a:extLst>
          </p:cNvPr>
          <p:cNvSpPr>
            <a:spLocks noGrp="1"/>
          </p:cNvSpPr>
          <p:nvPr>
            <p:ph type="pic" sz="quarter" idx="17" hasCustomPrompt="1"/>
          </p:nvPr>
        </p:nvSpPr>
        <p:spPr>
          <a:xfrm>
            <a:off x="9817060" y="1964039"/>
            <a:ext cx="809494" cy="809495"/>
          </a:xfrm>
          <a:prstGeom prst="ellipse">
            <a:avLst/>
          </a:prstGeom>
          <a:ln>
            <a:noFill/>
          </a:ln>
        </p:spPr>
        <p:txBody>
          <a:bodyPr anchor="ctr">
            <a:noAutofit/>
          </a:bodyPr>
          <a:lstStyle>
            <a:lvl1pPr marL="0" indent="0" algn="ctr">
              <a:buFontTx/>
              <a:buNone/>
              <a:defRPr sz="1800"/>
            </a:lvl1pPr>
          </a:lstStyle>
          <a:p>
            <a:r>
              <a:rPr lang="en-US" dirty="0"/>
              <a:t>icon</a:t>
            </a:r>
          </a:p>
        </p:txBody>
      </p:sp>
      <p:sp>
        <p:nvSpPr>
          <p:cNvPr id="30" name="Text Placeholder 15">
            <a:extLst>
              <a:ext uri="{FF2B5EF4-FFF2-40B4-BE49-F238E27FC236}">
                <a16:creationId xmlns:a16="http://schemas.microsoft.com/office/drawing/2014/main" id="{7A05C422-6C2D-D524-06F6-FEBC6355E171}"/>
              </a:ext>
            </a:extLst>
          </p:cNvPr>
          <p:cNvSpPr>
            <a:spLocks noGrp="1"/>
          </p:cNvSpPr>
          <p:nvPr>
            <p:ph type="body" sz="quarter" idx="18"/>
          </p:nvPr>
        </p:nvSpPr>
        <p:spPr>
          <a:xfrm>
            <a:off x="634234"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Click to edit Master text styles</a:t>
            </a:r>
          </a:p>
        </p:txBody>
      </p:sp>
      <p:sp>
        <p:nvSpPr>
          <p:cNvPr id="31" name="Text Placeholder 15">
            <a:extLst>
              <a:ext uri="{FF2B5EF4-FFF2-40B4-BE49-F238E27FC236}">
                <a16:creationId xmlns:a16="http://schemas.microsoft.com/office/drawing/2014/main" id="{3B1E9743-4863-A723-9C60-5FC5D3DBEA72}"/>
              </a:ext>
            </a:extLst>
          </p:cNvPr>
          <p:cNvSpPr>
            <a:spLocks noGrp="1"/>
          </p:cNvSpPr>
          <p:nvPr>
            <p:ph type="body" sz="quarter" idx="19"/>
          </p:nvPr>
        </p:nvSpPr>
        <p:spPr>
          <a:xfrm>
            <a:off x="3452644"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2" name="Text Placeholder 15">
            <a:extLst>
              <a:ext uri="{FF2B5EF4-FFF2-40B4-BE49-F238E27FC236}">
                <a16:creationId xmlns:a16="http://schemas.microsoft.com/office/drawing/2014/main" id="{CD805F55-EF87-C927-683C-402E3B434938}"/>
              </a:ext>
            </a:extLst>
          </p:cNvPr>
          <p:cNvSpPr>
            <a:spLocks noGrp="1"/>
          </p:cNvSpPr>
          <p:nvPr>
            <p:ph type="body" sz="quarter" idx="20"/>
          </p:nvPr>
        </p:nvSpPr>
        <p:spPr>
          <a:xfrm>
            <a:off x="6271054"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edit Master text styles</a:t>
            </a:r>
          </a:p>
        </p:txBody>
      </p:sp>
      <p:sp>
        <p:nvSpPr>
          <p:cNvPr id="33" name="Text Placeholder 15">
            <a:extLst>
              <a:ext uri="{FF2B5EF4-FFF2-40B4-BE49-F238E27FC236}">
                <a16:creationId xmlns:a16="http://schemas.microsoft.com/office/drawing/2014/main" id="{9318E5AB-5357-32EC-1C6F-7497D78CAEE5}"/>
              </a:ext>
            </a:extLst>
          </p:cNvPr>
          <p:cNvSpPr>
            <a:spLocks noGrp="1"/>
          </p:cNvSpPr>
          <p:nvPr>
            <p:ph type="body" sz="quarter" idx="21"/>
          </p:nvPr>
        </p:nvSpPr>
        <p:spPr>
          <a:xfrm>
            <a:off x="9089465" y="3968221"/>
            <a:ext cx="2264685" cy="1173194"/>
          </a:xfrm>
        </p:spPr>
        <p:txBody>
          <a:bodyPr>
            <a:normAutofit/>
          </a:bodyPr>
          <a:lstStyle>
            <a:lvl1pPr marL="0" indent="0" algn="ctr">
              <a:buNone/>
              <a:defRPr sz="14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Click to edit Master text styles</a:t>
            </a:r>
          </a:p>
        </p:txBody>
      </p:sp>
      <p:sp>
        <p:nvSpPr>
          <p:cNvPr id="34" name="Rectangle 33">
            <a:extLst>
              <a:ext uri="{FF2B5EF4-FFF2-40B4-BE49-F238E27FC236}">
                <a16:creationId xmlns:a16="http://schemas.microsoft.com/office/drawing/2014/main" id="{9A48394A-EAF3-AA74-A443-B84109539DEE}"/>
              </a:ext>
            </a:extLst>
          </p:cNvPr>
          <p:cNvSpPr/>
          <p:nvPr userDrawn="1"/>
        </p:nvSpPr>
        <p:spPr>
          <a:xfrm>
            <a:off x="1232786"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5" name="Rectangle 34">
            <a:extLst>
              <a:ext uri="{FF2B5EF4-FFF2-40B4-BE49-F238E27FC236}">
                <a16:creationId xmlns:a16="http://schemas.microsoft.com/office/drawing/2014/main" id="{51215128-DC01-82B5-FF95-CD17B9ACB12C}"/>
              </a:ext>
            </a:extLst>
          </p:cNvPr>
          <p:cNvSpPr/>
          <p:nvPr userDrawn="1"/>
        </p:nvSpPr>
        <p:spPr>
          <a:xfrm>
            <a:off x="4051196"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6" name="Rectangle 35">
            <a:extLst>
              <a:ext uri="{FF2B5EF4-FFF2-40B4-BE49-F238E27FC236}">
                <a16:creationId xmlns:a16="http://schemas.microsoft.com/office/drawing/2014/main" id="{80E91DFC-E616-7C47-DF0B-7E06270BF99C}"/>
              </a:ext>
            </a:extLst>
          </p:cNvPr>
          <p:cNvSpPr/>
          <p:nvPr userDrawn="1"/>
        </p:nvSpPr>
        <p:spPr>
          <a:xfrm>
            <a:off x="6869606"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7" name="Rectangle 36">
            <a:extLst>
              <a:ext uri="{FF2B5EF4-FFF2-40B4-BE49-F238E27FC236}">
                <a16:creationId xmlns:a16="http://schemas.microsoft.com/office/drawing/2014/main" id="{99A168DF-9E56-0C0D-7485-F28F78F2D2C0}"/>
              </a:ext>
            </a:extLst>
          </p:cNvPr>
          <p:cNvSpPr/>
          <p:nvPr userDrawn="1"/>
        </p:nvSpPr>
        <p:spPr>
          <a:xfrm>
            <a:off x="9688017" y="2984386"/>
            <a:ext cx="1067580" cy="37784"/>
          </a:xfrm>
          <a:prstGeom prst="rect">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38" name="Text Placeholder 15">
            <a:extLst>
              <a:ext uri="{FF2B5EF4-FFF2-40B4-BE49-F238E27FC236}">
                <a16:creationId xmlns:a16="http://schemas.microsoft.com/office/drawing/2014/main" id="{FB3665BC-C3D4-CE79-80F3-7F34FA3ECDE8}"/>
              </a:ext>
            </a:extLst>
          </p:cNvPr>
          <p:cNvSpPr>
            <a:spLocks noGrp="1"/>
          </p:cNvSpPr>
          <p:nvPr>
            <p:ph type="body" sz="quarter" idx="22" hasCustomPrompt="1"/>
          </p:nvPr>
        </p:nvSpPr>
        <p:spPr>
          <a:xfrm>
            <a:off x="634234" y="3298206"/>
            <a:ext cx="2264685" cy="425568"/>
          </a:xfrm>
        </p:spPr>
        <p:txBody>
          <a:bodyPr>
            <a:normAutofit/>
          </a:bodyPr>
          <a:lstStyle>
            <a:lvl1pPr marL="0" indent="0" algn="ctr">
              <a:buNone/>
              <a:defRPr sz="1800">
                <a:solidFill>
                  <a:schemeClr val="tx1"/>
                </a:solidFill>
                <a:latin typeface="Frutiger 45 bold"/>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Heading</a:t>
            </a:r>
          </a:p>
        </p:txBody>
      </p:sp>
      <p:sp>
        <p:nvSpPr>
          <p:cNvPr id="39" name="Text Placeholder 15">
            <a:extLst>
              <a:ext uri="{FF2B5EF4-FFF2-40B4-BE49-F238E27FC236}">
                <a16:creationId xmlns:a16="http://schemas.microsoft.com/office/drawing/2014/main" id="{E06ACF8C-308D-25A7-590F-09AAE35138E8}"/>
              </a:ext>
            </a:extLst>
          </p:cNvPr>
          <p:cNvSpPr>
            <a:spLocks noGrp="1"/>
          </p:cNvSpPr>
          <p:nvPr>
            <p:ph type="body" sz="quarter" idx="23" hasCustomPrompt="1"/>
          </p:nvPr>
        </p:nvSpPr>
        <p:spPr>
          <a:xfrm>
            <a:off x="3452644" y="3298206"/>
            <a:ext cx="2264685" cy="331936"/>
          </a:xfrm>
        </p:spPr>
        <p:txBody>
          <a:bodyPr>
            <a:normAutofit/>
          </a:bodyPr>
          <a:lstStyle>
            <a:lvl1pPr marL="0" indent="0" algn="ctr">
              <a:buNone/>
              <a:defRPr sz="18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Heading</a:t>
            </a:r>
          </a:p>
        </p:txBody>
      </p:sp>
      <p:sp>
        <p:nvSpPr>
          <p:cNvPr id="40" name="Text Placeholder 15">
            <a:extLst>
              <a:ext uri="{FF2B5EF4-FFF2-40B4-BE49-F238E27FC236}">
                <a16:creationId xmlns:a16="http://schemas.microsoft.com/office/drawing/2014/main" id="{403A7C49-0A7D-6B23-80B7-E91B87827A94}"/>
              </a:ext>
            </a:extLst>
          </p:cNvPr>
          <p:cNvSpPr>
            <a:spLocks noGrp="1"/>
          </p:cNvSpPr>
          <p:nvPr>
            <p:ph type="body" sz="quarter" idx="24" hasCustomPrompt="1"/>
          </p:nvPr>
        </p:nvSpPr>
        <p:spPr>
          <a:xfrm>
            <a:off x="6271054" y="3298206"/>
            <a:ext cx="2264685" cy="330272"/>
          </a:xfrm>
        </p:spPr>
        <p:txBody>
          <a:bodyPr>
            <a:normAutofit/>
          </a:bodyPr>
          <a:lstStyle>
            <a:lvl1pPr marL="0" indent="0" algn="ctr">
              <a:buNone/>
              <a:defRPr sz="18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Heading</a:t>
            </a:r>
          </a:p>
        </p:txBody>
      </p:sp>
      <p:sp>
        <p:nvSpPr>
          <p:cNvPr id="41" name="Text Placeholder 15">
            <a:extLst>
              <a:ext uri="{FF2B5EF4-FFF2-40B4-BE49-F238E27FC236}">
                <a16:creationId xmlns:a16="http://schemas.microsoft.com/office/drawing/2014/main" id="{9F247137-B811-1C0C-3ECF-8920F2723A09}"/>
              </a:ext>
            </a:extLst>
          </p:cNvPr>
          <p:cNvSpPr>
            <a:spLocks noGrp="1"/>
          </p:cNvSpPr>
          <p:nvPr>
            <p:ph type="body" sz="quarter" idx="25" hasCustomPrompt="1"/>
          </p:nvPr>
        </p:nvSpPr>
        <p:spPr>
          <a:xfrm>
            <a:off x="9089465" y="3298206"/>
            <a:ext cx="2264685" cy="330272"/>
          </a:xfrm>
        </p:spPr>
        <p:txBody>
          <a:bodyPr>
            <a:normAutofit/>
          </a:bodyPr>
          <a:lstStyle>
            <a:lvl1pPr marL="0" indent="0" algn="ctr">
              <a:buNone/>
              <a:defRPr sz="1800">
                <a:solidFill>
                  <a:schemeClr val="tx1"/>
                </a:solidFill>
                <a:latin typeface="Frutiger 45 Light"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Heading</a:t>
            </a:r>
          </a:p>
        </p:txBody>
      </p:sp>
      <p:sp>
        <p:nvSpPr>
          <p:cNvPr id="16" name="Text Placeholder 13">
            <a:extLst>
              <a:ext uri="{FF2B5EF4-FFF2-40B4-BE49-F238E27FC236}">
                <a16:creationId xmlns:a16="http://schemas.microsoft.com/office/drawing/2014/main" id="{EE57E6F6-95E1-BB44-5A8A-95D03F02DCEF}"/>
              </a:ext>
            </a:extLst>
          </p:cNvPr>
          <p:cNvSpPr>
            <a:spLocks noGrp="1"/>
          </p:cNvSpPr>
          <p:nvPr>
            <p:ph type="body" sz="quarter" idx="13" hasCustomPrompt="1"/>
          </p:nvPr>
        </p:nvSpPr>
        <p:spPr>
          <a:xfrm>
            <a:off x="533399" y="469835"/>
            <a:ext cx="11125200" cy="434975"/>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pic>
        <p:nvPicPr>
          <p:cNvPr id="2" name="Picture 1" descr="Background pattern&#10;&#10;Description automatically generated">
            <a:extLst>
              <a:ext uri="{FF2B5EF4-FFF2-40B4-BE49-F238E27FC236}">
                <a16:creationId xmlns:a16="http://schemas.microsoft.com/office/drawing/2014/main" id="{6B00E7C7-88E6-A7F9-7356-C605C6E380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10813091" y="5882639"/>
            <a:ext cx="1388513" cy="989973"/>
          </a:xfrm>
          <a:prstGeom prst="rect">
            <a:avLst/>
          </a:prstGeom>
        </p:spPr>
      </p:pic>
      <p:sp>
        <p:nvSpPr>
          <p:cNvPr id="12" name="Marcador de número de diapositiva 5">
            <a:extLst>
              <a:ext uri="{FF2B5EF4-FFF2-40B4-BE49-F238E27FC236}">
                <a16:creationId xmlns:a16="http://schemas.microsoft.com/office/drawing/2014/main" id="{3BA9357F-11E9-B623-DB32-AA16F0336D11}"/>
              </a:ext>
            </a:extLst>
          </p:cNvPr>
          <p:cNvSpPr txBox="1">
            <a:spLocks/>
          </p:cNvSpPr>
          <p:nvPr userDrawn="1"/>
        </p:nvSpPr>
        <p:spPr>
          <a:xfrm>
            <a:off x="11221092" y="6437871"/>
            <a:ext cx="828094" cy="324138"/>
          </a:xfrm>
          <a:prstGeom prst="rect">
            <a:avLst/>
          </a:prstGeom>
        </p:spPr>
        <p:txBody>
          <a:bodyPr lIns="104891" tIns="52445" rIns="104891" bIns="52445"/>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F439014-E629-42E3-A58B-61A0F1C8CFFE}" type="slidenum">
              <a:rPr lang="en-US" sz="1200" b="0" smtClean="0">
                <a:solidFill>
                  <a:srgbClr val="00001E"/>
                </a:solidFill>
                <a:latin typeface="Frutiger 45 Light" pitchFamily="2" charset="0"/>
                <a:cs typeface="Calibri" panose="020F0502020204030204" pitchFamily="34" charset="0"/>
              </a:rPr>
              <a:pPr algn="r"/>
              <a:t>‹#›</a:t>
            </a:fld>
            <a:endParaRPr lang="en-US" sz="1200" b="0" dirty="0">
              <a:solidFill>
                <a:srgbClr val="00001E"/>
              </a:solidFill>
              <a:latin typeface="Frutiger 45 Light" pitchFamily="2" charset="0"/>
              <a:cs typeface="Calibri" panose="020F0502020204030204" pitchFamily="34" charset="0"/>
            </a:endParaRPr>
          </a:p>
        </p:txBody>
      </p:sp>
    </p:spTree>
    <p:extLst>
      <p:ext uri="{BB962C8B-B14F-4D97-AF65-F5344CB8AC3E}">
        <p14:creationId xmlns:p14="http://schemas.microsoft.com/office/powerpoint/2010/main" val="26015634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6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descr="A picture containing blur&#10;&#10;Description automatically generated">
            <a:extLst>
              <a:ext uri="{FF2B5EF4-FFF2-40B4-BE49-F238E27FC236}">
                <a16:creationId xmlns:a16="http://schemas.microsoft.com/office/drawing/2014/main" id="{EF438032-1F77-BBEA-C7C7-8ED95C652F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1999" cy="6858000"/>
          </a:xfrm>
          <a:prstGeom prst="rect">
            <a:avLst/>
          </a:prstGeom>
        </p:spPr>
      </p:pic>
      <p:sp>
        <p:nvSpPr>
          <p:cNvPr id="4" name="Title 1">
            <a:extLst>
              <a:ext uri="{FF2B5EF4-FFF2-40B4-BE49-F238E27FC236}">
                <a16:creationId xmlns:a16="http://schemas.microsoft.com/office/drawing/2014/main" id="{E6EEB829-6CD0-4395-A39D-7E253A77EA0C}"/>
              </a:ext>
            </a:extLst>
          </p:cNvPr>
          <p:cNvSpPr>
            <a:spLocks noGrp="1"/>
          </p:cNvSpPr>
          <p:nvPr>
            <p:ph type="ctrTitle" hasCustomPrompt="1"/>
          </p:nvPr>
        </p:nvSpPr>
        <p:spPr>
          <a:xfrm>
            <a:off x="1882435" y="2765913"/>
            <a:ext cx="3601189" cy="1326174"/>
          </a:xfrm>
        </p:spPr>
        <p:txBody>
          <a:bodyPr vert="horz" lIns="91440" tIns="45720" rIns="91440" bIns="45720" rtlCol="0" anchor="b">
            <a:noAutofit/>
          </a:bodyPr>
          <a:lstStyle>
            <a:lvl1pPr>
              <a:defRPr lang="en-US" sz="44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Thank you</a:t>
            </a:r>
          </a:p>
        </p:txBody>
      </p:sp>
      <p:sp>
        <p:nvSpPr>
          <p:cNvPr id="8" name="Text Placeholder 3">
            <a:extLst>
              <a:ext uri="{FF2B5EF4-FFF2-40B4-BE49-F238E27FC236}">
                <a16:creationId xmlns:a16="http://schemas.microsoft.com/office/drawing/2014/main" id="{5A4C7068-0752-FBFE-5D91-4C5EF463A731}"/>
              </a:ext>
            </a:extLst>
          </p:cNvPr>
          <p:cNvSpPr>
            <a:spLocks noGrp="1"/>
          </p:cNvSpPr>
          <p:nvPr>
            <p:ph type="body" sz="half" idx="2"/>
          </p:nvPr>
        </p:nvSpPr>
        <p:spPr>
          <a:xfrm>
            <a:off x="1882435" y="4233333"/>
            <a:ext cx="4293054" cy="664810"/>
          </a:xfrm>
        </p:spPr>
        <p:txBody>
          <a:bodyPr/>
          <a:lstStyle>
            <a:lvl1pPr marL="0" indent="0">
              <a:buNone/>
              <a:defRPr sz="1600">
                <a:solidFill>
                  <a:srgbClr val="595959"/>
                </a:solidFill>
                <a:latin typeface="Frutiger 45 Light"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5" name="TextBox 34">
            <a:extLst>
              <a:ext uri="{FF2B5EF4-FFF2-40B4-BE49-F238E27FC236}">
                <a16:creationId xmlns:a16="http://schemas.microsoft.com/office/drawing/2014/main" id="{F0FA6A43-0AD4-BED3-13C7-0AF5B9BB3FF3}"/>
              </a:ext>
            </a:extLst>
          </p:cNvPr>
          <p:cNvSpPr txBox="1"/>
          <p:nvPr userDrawn="1"/>
        </p:nvSpPr>
        <p:spPr>
          <a:xfrm>
            <a:off x="3048000" y="6423303"/>
            <a:ext cx="6096000" cy="246221"/>
          </a:xfrm>
          <a:prstGeom prst="rect">
            <a:avLst/>
          </a:prstGeom>
          <a:noFill/>
        </p:spPr>
        <p:txBody>
          <a:bodyPr wrap="square">
            <a:spAutoFit/>
          </a:bodyPr>
          <a:lstStyle/>
          <a:p>
            <a:pPr algn="ctr"/>
            <a:r>
              <a:rPr lang="en-US" sz="1000" b="0" i="0" spc="50" baseline="0" dirty="0" err="1">
                <a:solidFill>
                  <a:srgbClr val="595959"/>
                </a:solidFill>
                <a:effectLst/>
                <a:latin typeface="Frutiger 45 Light" pitchFamily="2" charset="0"/>
              </a:rPr>
              <a:t>LTIMindtree</a:t>
            </a:r>
            <a:r>
              <a:rPr lang="en-US" sz="1000" b="0" i="0" spc="50" baseline="0" dirty="0">
                <a:solidFill>
                  <a:srgbClr val="595959"/>
                </a:solidFill>
                <a:effectLst/>
                <a:latin typeface="Frutiger 45 Light" pitchFamily="2" charset="0"/>
              </a:rPr>
              <a:t> Limited is a subsidiary of Larsen &amp; Toubro Limited</a:t>
            </a:r>
            <a:endParaRPr lang="en-US" sz="1000" b="0" kern="1200" spc="50" baseline="0" dirty="0">
              <a:solidFill>
                <a:srgbClr val="595959"/>
              </a:solidFill>
              <a:latin typeface="Frutiger 45 Light" pitchFamily="2" charset="0"/>
              <a:ea typeface="+mn-ea"/>
              <a:cs typeface="+mn-cs"/>
            </a:endParaRPr>
          </a:p>
        </p:txBody>
      </p:sp>
      <p:pic>
        <p:nvPicPr>
          <p:cNvPr id="2" name="Picture 1">
            <a:extLst>
              <a:ext uri="{FF2B5EF4-FFF2-40B4-BE49-F238E27FC236}">
                <a16:creationId xmlns:a16="http://schemas.microsoft.com/office/drawing/2014/main" id="{F8C452BF-B975-E66F-DD59-26D7F10461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3341" y="6373111"/>
            <a:ext cx="1369134" cy="388898"/>
          </a:xfrm>
          <a:prstGeom prst="rect">
            <a:avLst/>
          </a:prstGeom>
        </p:spPr>
      </p:pic>
    </p:spTree>
    <p:extLst>
      <p:ext uri="{BB962C8B-B14F-4D97-AF65-F5344CB8AC3E}">
        <p14:creationId xmlns:p14="http://schemas.microsoft.com/office/powerpoint/2010/main" val="1860366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image" Target="../media/image1.emf"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3685D-D505-42E6-B2A3-1B26BC793250}"/>
              </a:ext>
            </a:extLst>
          </p:cNvPr>
          <p:cNvSpPr>
            <a:spLocks noGrp="1"/>
          </p:cNvSpPr>
          <p:nvPr>
            <p:ph type="title"/>
          </p:nvPr>
        </p:nvSpPr>
        <p:spPr>
          <a:xfrm>
            <a:off x="468086" y="365125"/>
            <a:ext cx="10885714"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420300D-8B9D-444F-97B8-8F7D7E3A37FB}"/>
              </a:ext>
            </a:extLst>
          </p:cNvPr>
          <p:cNvSpPr>
            <a:spLocks noGrp="1"/>
          </p:cNvSpPr>
          <p:nvPr>
            <p:ph type="body" idx="1"/>
          </p:nvPr>
        </p:nvSpPr>
        <p:spPr>
          <a:xfrm>
            <a:off x="468086" y="1825625"/>
            <a:ext cx="10885714"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a:extLst>
              <a:ext uri="{FF2B5EF4-FFF2-40B4-BE49-F238E27FC236}">
                <a16:creationId xmlns:a16="http://schemas.microsoft.com/office/drawing/2014/main" id="{9DEDB723-1905-4E83-9D47-D0B5CFAA7945}"/>
              </a:ext>
            </a:extLst>
          </p:cNvPr>
          <p:cNvSpPr txBox="1"/>
          <p:nvPr userDrawn="1"/>
        </p:nvSpPr>
        <p:spPr>
          <a:xfrm>
            <a:off x="3048000" y="6425185"/>
            <a:ext cx="6096000" cy="248979"/>
          </a:xfrm>
          <a:prstGeom prst="rect">
            <a:avLst/>
          </a:prstGeom>
          <a:noFill/>
        </p:spPr>
        <p:txBody>
          <a:bodyPr wrap="square">
            <a:spAutoFit/>
          </a:bodyPr>
          <a:lstStyle/>
          <a:p>
            <a:pPr algn="ctr">
              <a:lnSpc>
                <a:spcPct val="107000"/>
              </a:lnSpc>
              <a:spcAft>
                <a:spcPts val="800"/>
              </a:spcAft>
            </a:pPr>
            <a:r>
              <a:rPr lang="en-US" sz="1000" dirty="0">
                <a:solidFill>
                  <a:srgbClr val="97A0A4"/>
                </a:solidFill>
                <a:effectLst/>
                <a:latin typeface="Frutiger LT Pro 45 Light" panose="020B0403030504020204" pitchFamily="34" charset="77"/>
                <a:ea typeface="Frutiger LT Pro 45 Light" panose="020B0403030504020204" pitchFamily="34" charset="77"/>
                <a:cs typeface="Calibri" panose="020F0502020204030204" pitchFamily="34" charset="0"/>
              </a:rPr>
              <a:t>©LTIMindtree | Privileged and Confidential 2025</a:t>
            </a:r>
            <a:endParaRPr lang="en-IN" sz="1000" dirty="0">
              <a:solidFill>
                <a:srgbClr val="595959"/>
              </a:solidFill>
              <a:effectLst/>
              <a:latin typeface="Frutiger LT Pro 45 Light" panose="020B0403030504020204" pitchFamily="34" charset="77"/>
              <a:ea typeface="Frutiger LT Pro 45 Light" panose="020B0403030504020204" pitchFamily="34" charset="77"/>
              <a:cs typeface="Calibri" panose="020F0502020204030204" pitchFamily="34" charset="0"/>
            </a:endParaRPr>
          </a:p>
        </p:txBody>
      </p:sp>
      <p:sp>
        <p:nvSpPr>
          <p:cNvPr id="4" name="Rectangle 2">
            <a:extLst>
              <a:ext uri="{FF2B5EF4-FFF2-40B4-BE49-F238E27FC236}">
                <a16:creationId xmlns:a16="http://schemas.microsoft.com/office/drawing/2014/main" id="{604E6E1E-7055-8D1B-4C37-9DCF88F2180C}"/>
              </a:ext>
            </a:extLst>
          </p:cNvPr>
          <p:cNvSpPr>
            <a:spLocks noChangeArrowheads="1"/>
          </p:cNvSpPr>
          <p:nvPr userDrawn="1"/>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Text Box 1073742684">
            <a:extLst>
              <a:ext uri="{FF2B5EF4-FFF2-40B4-BE49-F238E27FC236}">
                <a16:creationId xmlns:a16="http://schemas.microsoft.com/office/drawing/2014/main" id="{CB09C83E-2E41-0B4B-7535-36A14EDE4624}"/>
              </a:ext>
            </a:extLst>
          </p:cNvPr>
          <p:cNvSpPr txBox="1"/>
          <p:nvPr userDrawn="1"/>
        </p:nvSpPr>
        <p:spPr>
          <a:xfrm>
            <a:off x="4620260" y="3278188"/>
            <a:ext cx="2951480" cy="30162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nSpc>
                <a:spcPct val="107000"/>
              </a:lnSpc>
              <a:spcAft>
                <a:spcPts val="800"/>
              </a:spcAft>
            </a:pPr>
            <a:endParaRPr lang="en-IN" sz="1000" dirty="0">
              <a:solidFill>
                <a:srgbClr val="595959"/>
              </a:solidFill>
              <a:effectLst/>
              <a:latin typeface="Frutiger LT Pro 45 Light" panose="020B0403030504020204" pitchFamily="34" charset="77"/>
              <a:ea typeface="Frutiger LT Pro 45 Light" panose="020B0403030504020204" pitchFamily="34" charset="77"/>
              <a:cs typeface="Calibri" panose="020F0502020204030204" pitchFamily="34" charset="0"/>
            </a:endParaRPr>
          </a:p>
        </p:txBody>
      </p:sp>
      <p:pic>
        <p:nvPicPr>
          <p:cNvPr id="5" name="Picture 4">
            <a:extLst>
              <a:ext uri="{FF2B5EF4-FFF2-40B4-BE49-F238E27FC236}">
                <a16:creationId xmlns:a16="http://schemas.microsoft.com/office/drawing/2014/main" id="{F90561BA-C7F5-9336-C8B6-9C52C6E480B1}"/>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443341" y="6373111"/>
            <a:ext cx="1369134" cy="388898"/>
          </a:xfrm>
          <a:prstGeom prst="rect">
            <a:avLst/>
          </a:prstGeom>
        </p:spPr>
      </p:pic>
    </p:spTree>
    <p:extLst>
      <p:ext uri="{BB962C8B-B14F-4D97-AF65-F5344CB8AC3E}">
        <p14:creationId xmlns:p14="http://schemas.microsoft.com/office/powerpoint/2010/main" val="2867232920"/>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1" r:id="rId3"/>
    <p:sldLayoutId id="2147483666" r:id="rId4"/>
    <p:sldLayoutId id="2147483665" r:id="rId5"/>
    <p:sldLayoutId id="2147483651" r:id="rId6"/>
    <p:sldLayoutId id="2147483660" r:id="rId7"/>
    <p:sldLayoutId id="2147483652" r:id="rId8"/>
    <p:sldLayoutId id="2147483653" r:id="rId9"/>
    <p:sldLayoutId id="2147483654" r:id="rId10"/>
    <p:sldLayoutId id="2147483658" r:id="rId11"/>
    <p:sldLayoutId id="2147483656" r:id="rId12"/>
    <p:sldLayoutId id="2147483657" r:id="rId13"/>
    <p:sldLayoutId id="2147483664" r:id="rId14"/>
    <p:sldLayoutId id="2147483663" r:id="rId15"/>
    <p:sldLayoutId id="2147483659" r:id="rId16"/>
  </p:sldLayoutIdLst>
  <p:txStyles>
    <p:title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094BD-1E3B-3101-2AE0-59AD6167D487}"/>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6A6C0DBD-1602-DA35-3BB1-7714318BE57B}"/>
              </a:ext>
            </a:extLst>
          </p:cNvPr>
          <p:cNvSpPr>
            <a:spLocks noGrp="1"/>
          </p:cNvSpPr>
          <p:nvPr>
            <p:ph type="body" sz="quarter" idx="13"/>
          </p:nvPr>
        </p:nvSpPr>
        <p:spPr>
          <a:xfrm>
            <a:off x="533399" y="469835"/>
            <a:ext cx="11125200" cy="434975"/>
          </a:xfrm>
        </p:spPr>
        <p:txBody>
          <a:bodyPr>
            <a:normAutofit/>
          </a:bodyPr>
          <a:lstStyle/>
          <a:p>
            <a:pPr marL="0" indent="0">
              <a:buNone/>
            </a:pPr>
            <a:r>
              <a:rPr lang="en-US" sz="2500" dirty="0"/>
              <a:t>How Data Moves Through the OSI Model</a:t>
            </a:r>
          </a:p>
        </p:txBody>
      </p:sp>
      <p:pic>
        <p:nvPicPr>
          <p:cNvPr id="5" name="Content Placeholder 4" descr="A diagram of a computer model&#10;&#10;AI-generated content may be incorrect.">
            <a:extLst>
              <a:ext uri="{FF2B5EF4-FFF2-40B4-BE49-F238E27FC236}">
                <a16:creationId xmlns:a16="http://schemas.microsoft.com/office/drawing/2014/main" id="{E7D58024-070A-DFF7-2CFC-3245E5B2AC26}"/>
              </a:ext>
            </a:extLst>
          </p:cNvPr>
          <p:cNvPicPr>
            <a:picLocks noGrp="1" noChangeAspect="1"/>
          </p:cNvPicPr>
          <p:nvPr>
            <p:ph idx="15"/>
          </p:nvPr>
        </p:nvPicPr>
        <p:blipFill>
          <a:blip r:embed="rId2">
            <a:extLst>
              <a:ext uri="{28A0092B-C50C-407E-A947-70E740481C1C}">
                <a14:useLocalDpi xmlns:a14="http://schemas.microsoft.com/office/drawing/2010/main" val="0"/>
              </a:ext>
            </a:extLst>
          </a:blip>
          <a:stretch>
            <a:fillRect/>
          </a:stretch>
        </p:blipFill>
        <p:spPr>
          <a:xfrm>
            <a:off x="1744662" y="1822450"/>
            <a:ext cx="8702675" cy="4351338"/>
          </a:xfrm>
          <a:noFill/>
        </p:spPr>
      </p:pic>
    </p:spTree>
    <p:extLst>
      <p:ext uri="{BB962C8B-B14F-4D97-AF65-F5344CB8AC3E}">
        <p14:creationId xmlns:p14="http://schemas.microsoft.com/office/powerpoint/2010/main" val="34424834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FBEB7-A699-2701-C9E8-E0A7F7109E59}"/>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3FC3B413-CEC7-7401-D9DE-E438365C67F5}"/>
              </a:ext>
            </a:extLst>
          </p:cNvPr>
          <p:cNvSpPr>
            <a:spLocks noGrp="1"/>
          </p:cNvSpPr>
          <p:nvPr>
            <p:ph type="body" sz="quarter" idx="13"/>
          </p:nvPr>
        </p:nvSpPr>
        <p:spPr>
          <a:xfrm>
            <a:off x="533400" y="469900"/>
            <a:ext cx="11125200" cy="906955"/>
          </a:xfrm>
        </p:spPr>
        <p:txBody>
          <a:bodyPr>
            <a:noAutofit/>
          </a:bodyPr>
          <a:lstStyle/>
          <a:p>
            <a:pPr marL="0" indent="0">
              <a:buNone/>
            </a:pPr>
            <a:r>
              <a:rPr lang="en-IN" sz="4800" dirty="0"/>
              <a:t>TCP/IP </a:t>
            </a:r>
            <a:endParaRPr lang="en-US" sz="4800" dirty="0"/>
          </a:p>
        </p:txBody>
      </p:sp>
      <p:graphicFrame>
        <p:nvGraphicFramePr>
          <p:cNvPr id="16" name="Content Placeholder 2">
            <a:extLst>
              <a:ext uri="{FF2B5EF4-FFF2-40B4-BE49-F238E27FC236}">
                <a16:creationId xmlns:a16="http://schemas.microsoft.com/office/drawing/2014/main" id="{F8CBC709-9C2B-91C0-9267-5E62A26982B7}"/>
              </a:ext>
            </a:extLst>
          </p:cNvPr>
          <p:cNvGraphicFramePr>
            <a:graphicFrameLocks noGrp="1"/>
          </p:cNvGraphicFramePr>
          <p:nvPr>
            <p:ph idx="15"/>
            <p:extLst>
              <p:ext uri="{D42A27DB-BD31-4B8C-83A1-F6EECF244321}">
                <p14:modId xmlns:p14="http://schemas.microsoft.com/office/powerpoint/2010/main" val="134141681"/>
              </p:ext>
            </p:extLst>
          </p:nvPr>
        </p:nvGraphicFramePr>
        <p:xfrm>
          <a:off x="533400" y="1822450"/>
          <a:ext cx="111252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7012764"/>
      </p:ext>
    </p:extLst>
  </p:cSld>
  <p:clrMapOvr>
    <a:masterClrMapping/>
  </p:clrMapOvr>
  <p:transition spd="slow">
    <p:push dir="u"/>
  </p:transition>
</p:sld>
</file>

<file path=ppt/theme/theme1.xml><?xml version="1.0" encoding="utf-8"?>
<a:theme xmlns:a="http://schemas.openxmlformats.org/drawingml/2006/main" name="Office Theme">
  <a:themeElements>
    <a:clrScheme name="LM">
      <a:dk1>
        <a:srgbClr val="595959"/>
      </a:dk1>
      <a:lt1>
        <a:srgbClr val="FFFFFF"/>
      </a:lt1>
      <a:dk2>
        <a:srgbClr val="000000"/>
      </a:dk2>
      <a:lt2>
        <a:srgbClr val="FFFFFF"/>
      </a:lt2>
      <a:accent1>
        <a:srgbClr val="BCD9F3"/>
      </a:accent1>
      <a:accent2>
        <a:srgbClr val="97C4EC"/>
      </a:accent2>
      <a:accent3>
        <a:srgbClr val="60A5E2"/>
      </a:accent3>
      <a:accent4>
        <a:srgbClr val="EF7C00"/>
      </a:accent4>
      <a:accent5>
        <a:srgbClr val="C8CA05"/>
      </a:accent5>
      <a:accent6>
        <a:srgbClr val="33682B"/>
      </a:accent6>
      <a:hlink>
        <a:srgbClr val="64B3E3"/>
      </a:hlink>
      <a:folHlink>
        <a:srgbClr val="004683"/>
      </a:folHlink>
    </a:clrScheme>
    <a:fontScheme name="Frutiger">
      <a:majorFont>
        <a:latin typeface="Frutiger 45 bold"/>
        <a:ea typeface=""/>
        <a:cs typeface=""/>
      </a:majorFont>
      <a:minorFont>
        <a:latin typeface="Frutiger 45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sFor_Spectra.potx" id="{D243AE31-2911-4724-A6B0-9DF4D975FB8C}" vid="{DF7EB32A-31C2-4AB8-91DF-BF0AD935DC3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1EE668FDB297BA418F5A6539855E71B7" ma:contentTypeVersion="3" ma:contentTypeDescription="Create a new document." ma:contentTypeScope="" ma:versionID="4294c225a3417baf4b70885d580e1778">
  <xsd:schema xmlns:xsd="http://www.w3.org/2001/XMLSchema" xmlns:xs="http://www.w3.org/2001/XMLSchema" xmlns:p="http://schemas.microsoft.com/office/2006/metadata/properties" xmlns:ns2="88563cb8-e9e3-40d4-951f-126d0c29510d" xmlns:ns3="dc0ddbac-d92f-4135-ae82-46af643a22eb" targetNamespace="http://schemas.microsoft.com/office/2006/metadata/properties" ma:root="true" ma:fieldsID="4f00704ce9a2416b2cdaa5d136de8e77" ns2:_="" ns3:_="">
    <xsd:import namespace="88563cb8-e9e3-40d4-951f-126d0c29510d"/>
    <xsd:import namespace="dc0ddbac-d92f-4135-ae82-46af643a22eb"/>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563cb8-e9e3-40d4-951f-126d0c29510d"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dc0ddbac-d92f-4135-ae82-46af643a22e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88563cb8-e9e3-40d4-951f-126d0c29510d">QUMXH5H4ZXKS-875811578-11</_dlc_DocId>
    <_dlc_DocIdUrl xmlns="88563cb8-e9e3-40d4-951f-126d0c29510d">
      <Url>https://mindtreeonline.sharepoint.com/sites/LTIMindtree-Corporate-Templates/_layouts/15/DocIdRedir.aspx?ID=QUMXH5H4ZXKS-875811578-11</Url>
      <Description>QUMXH5H4ZXKS-875811578-11</Description>
    </_dlc_DocIdUrl>
  </documentManagement>
</p:properties>
</file>

<file path=customXml/itemProps1.xml><?xml version="1.0" encoding="utf-8"?>
<ds:datastoreItem xmlns:ds="http://schemas.openxmlformats.org/officeDocument/2006/customXml" ds:itemID="{3998B09E-68DE-4B62-A34E-BB5B738ECC36}">
  <ds:schemaRefs>
    <ds:schemaRef ds:uri="http://schemas.microsoft.com/sharepoint/v3/contenttype/forms"/>
  </ds:schemaRefs>
</ds:datastoreItem>
</file>

<file path=customXml/itemProps2.xml><?xml version="1.0" encoding="utf-8"?>
<ds:datastoreItem xmlns:ds="http://schemas.openxmlformats.org/officeDocument/2006/customXml" ds:itemID="{5C474493-4661-4534-A819-8424B96FDD6F}">
  <ds:schemaRefs>
    <ds:schemaRef ds:uri="http://schemas.microsoft.com/sharepoint/events"/>
    <ds:schemaRef ds:uri="http://www.w3.org/2000/xmlns/"/>
  </ds:schemaRefs>
</ds:datastoreItem>
</file>

<file path=customXml/itemProps3.xml><?xml version="1.0" encoding="utf-8"?>
<ds:datastoreItem xmlns:ds="http://schemas.openxmlformats.org/officeDocument/2006/customXml" ds:itemID="{BACBCD0B-8E49-473F-9B37-931C1D23841D}">
  <ds:schemaRefs>
    <ds:schemaRef ds:uri="http://schemas.microsoft.com/office/2006/metadata/contentType"/>
    <ds:schemaRef ds:uri="http://schemas.microsoft.com/office/2006/metadata/properties/metaAttributes"/>
    <ds:schemaRef ds:uri="http://www.w3.org/2000/xmlns/"/>
    <ds:schemaRef ds:uri="http://www.w3.org/2001/XMLSchema"/>
    <ds:schemaRef ds:uri="88563cb8-e9e3-40d4-951f-126d0c29510d"/>
    <ds:schemaRef ds:uri="dc0ddbac-d92f-4135-ae82-46af643a22eb"/>
  </ds:schemaRefs>
</ds:datastoreItem>
</file>

<file path=customXml/itemProps4.xml><?xml version="1.0" encoding="utf-8"?>
<ds:datastoreItem xmlns:ds="http://schemas.openxmlformats.org/officeDocument/2006/customXml" ds:itemID="{4C55CB52-33A3-4B47-8C1D-0EE24875E3DC}">
  <ds:schemaRefs>
    <ds:schemaRef ds:uri="http://schemas.microsoft.com/office/2006/metadata/properties"/>
    <ds:schemaRef ds:uri="http://www.w3.org/2000/xmlns/"/>
    <ds:schemaRef ds:uri="88563cb8-e9e3-40d4-951f-126d0c29510d"/>
  </ds:schemaRefs>
</ds:datastoreItem>
</file>

<file path=docProps/app.xml><?xml version="1.0" encoding="utf-8"?>
<Properties xmlns="http://schemas.openxmlformats.org/officeDocument/2006/extended-properties" xmlns:vt="http://schemas.openxmlformats.org/officeDocument/2006/docPropsVTypes">
  <Template/>
  <TotalTime>374</TotalTime>
  <Words>126</Words>
  <Application>Microsoft Office PowerPoint</Application>
  <PresentationFormat>Widescreen</PresentationFormat>
  <Paragraphs>5</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LTIMindtree PowerPoint Template_Download Source Sans Pro Font</dc:title>
  <dc:creator>Payal Gahlot</dc:creator>
  <cp:lastModifiedBy>shivam kumar sinha</cp:lastModifiedBy>
  <cp:revision>68</cp:revision>
  <dcterms:created xsi:type="dcterms:W3CDTF">2022-10-14T05:48:11Z</dcterms:created>
  <dcterms:modified xsi:type="dcterms:W3CDTF">2025-11-19T01:13:18Z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0x0101001EE668FDB297BA418F5A6539855E71B7</vt:lpwstr>
  </property>
  <property fmtid="{D5CDD505-2E9C-101B-9397-08002B2CF9AE}" pid="3" name="_dlc_DocIdItemGuid">
    <vt:lpwstr>36da67c7-b504-4aea-865b-0e87cedc899d</vt:lpwstr>
  </property>
</Properties>
</file>