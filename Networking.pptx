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36" r:id="rId2"/>
    <p:sldId id="257" r:id="rId3"/>
    <p:sldId id="259" r:id="rId4"/>
    <p:sldId id="258" r:id="rId5"/>
    <p:sldId id="263" r:id="rId6"/>
    <p:sldId id="260" r:id="rId7"/>
    <p:sldId id="261" r:id="rId8"/>
    <p:sldId id="264" r:id="rId9"/>
    <p:sldId id="262" r:id="rId10"/>
    <p:sldId id="265" r:id="rId11"/>
    <p:sldId id="266" r:id="rId12"/>
    <p:sldId id="268" r:id="rId13"/>
    <p:sldId id="269" r:id="rId14"/>
    <p:sldId id="270" r:id="rId15"/>
    <p:sldId id="271" r:id="rId16"/>
    <p:sldId id="432" r:id="rId17"/>
    <p:sldId id="274" r:id="rId18"/>
    <p:sldId id="279" r:id="rId19"/>
    <p:sldId id="276" r:id="rId20"/>
    <p:sldId id="277" r:id="rId21"/>
    <p:sldId id="267" r:id="rId22"/>
    <p:sldId id="278" r:id="rId23"/>
    <p:sldId id="428" r:id="rId24"/>
    <p:sldId id="429" r:id="rId25"/>
    <p:sldId id="430" r:id="rId26"/>
    <p:sldId id="431" r:id="rId27"/>
    <p:sldId id="280" r:id="rId28"/>
    <p:sldId id="282" r:id="rId29"/>
    <p:sldId id="281" r:id="rId30"/>
    <p:sldId id="283" r:id="rId31"/>
    <p:sldId id="284" r:id="rId32"/>
    <p:sldId id="285" r:id="rId33"/>
    <p:sldId id="287" r:id="rId34"/>
    <p:sldId id="288" r:id="rId35"/>
    <p:sldId id="289" r:id="rId36"/>
    <p:sldId id="291" r:id="rId37"/>
    <p:sldId id="292" r:id="rId38"/>
    <p:sldId id="293" r:id="rId39"/>
    <p:sldId id="294" r:id="rId40"/>
    <p:sldId id="290"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272" r:id="rId55"/>
    <p:sldId id="311" r:id="rId56"/>
    <p:sldId id="312" r:id="rId57"/>
    <p:sldId id="437" r:id="rId58"/>
    <p:sldId id="313" r:id="rId59"/>
    <p:sldId id="433" r:id="rId60"/>
    <p:sldId id="434" r:id="rId61"/>
    <p:sldId id="43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09" r:id="rId78"/>
    <p:sldId id="310" r:id="rId79"/>
    <p:sldId id="314" r:id="rId80"/>
    <p:sldId id="315"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3" r:id="rId103"/>
    <p:sldId id="352" r:id="rId104"/>
    <p:sldId id="354" r:id="rId105"/>
    <p:sldId id="355" r:id="rId106"/>
    <p:sldId id="356" r:id="rId107"/>
    <p:sldId id="357" r:id="rId108"/>
    <p:sldId id="358" r:id="rId109"/>
    <p:sldId id="359" r:id="rId110"/>
    <p:sldId id="360" r:id="rId111"/>
    <p:sldId id="363" r:id="rId112"/>
    <p:sldId id="362" r:id="rId113"/>
    <p:sldId id="364" r:id="rId114"/>
    <p:sldId id="365" r:id="rId115"/>
    <p:sldId id="366" r:id="rId116"/>
    <p:sldId id="367" r:id="rId117"/>
    <p:sldId id="368" r:id="rId118"/>
    <p:sldId id="370" r:id="rId119"/>
    <p:sldId id="369" r:id="rId120"/>
    <p:sldId id="371" r:id="rId121"/>
    <p:sldId id="372" r:id="rId122"/>
    <p:sldId id="373" r:id="rId123"/>
    <p:sldId id="375" r:id="rId124"/>
    <p:sldId id="374" r:id="rId125"/>
    <p:sldId id="376" r:id="rId126"/>
    <p:sldId id="377" r:id="rId127"/>
    <p:sldId id="378" r:id="rId128"/>
    <p:sldId id="379" r:id="rId129"/>
    <p:sldId id="380" r:id="rId130"/>
    <p:sldId id="382" r:id="rId131"/>
    <p:sldId id="381"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3" r:id="rId162"/>
    <p:sldId id="414" r:id="rId163"/>
    <p:sldId id="415" r:id="rId164"/>
    <p:sldId id="417" r:id="rId165"/>
    <p:sldId id="418" r:id="rId166"/>
    <p:sldId id="419" r:id="rId167"/>
    <p:sldId id="420" r:id="rId168"/>
    <p:sldId id="421" r:id="rId169"/>
    <p:sldId id="422" r:id="rId170"/>
    <p:sldId id="423" r:id="rId171"/>
    <p:sldId id="416" r:id="rId172"/>
    <p:sldId id="424" r:id="rId173"/>
    <p:sldId id="425" r:id="rId174"/>
    <p:sldId id="426" r:id="rId175"/>
    <p:sldId id="427" r:id="rId1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565ECF-82B6-D53B-FF2A-B273D67124D6}" v="1" dt="2025-10-11T17:02:37.495"/>
    <p1510:client id="{1C299A86-B5AE-59C8-2F22-A1D501D07365}" v="32" dt="2025-10-12T03:59:38.465"/>
    <p1510:client id="{289803F1-BEDA-A986-7903-7ED297BC6B70}" v="2" dt="2025-10-13T10:31:18.496"/>
    <p1510:client id="{29F7B5EC-A6BC-8928-BD3F-480A0A24F3FA}" v="1" dt="2025-10-12T14:49:11.453"/>
    <p1510:client id="{2CCB4C69-EF35-71C2-8D0A-F9E48ED38BD9}" v="4" dt="2025-10-12T17:25:26.661"/>
    <p1510:client id="{2DEAB870-D2CA-4C8D-1346-AC8633303B21}" v="2" dt="2025-10-13T04:40:02.101"/>
    <p1510:client id="{431489F5-5077-8CF4-2718-CA8727998926}" v="1" dt="2025-10-13T15:23:39.048"/>
    <p1510:client id="{4D8F92EC-71F3-B19F-C8D0-606D355CF2A3}" v="2" dt="2025-10-12T13:56:04.952"/>
    <p1510:client id="{BCB9D8CD-F7D5-EEEE-969A-FBFF162AF4CC}" v="1" dt="2025-10-11T16:29:12.232"/>
    <p1510:client id="{EAD37852-9AFE-9095-592D-CCA1FA47FB5F}" v="1" dt="2025-10-13T11:22:39.3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microsoft.com/office/2016/11/relationships/changesInfo" Target="changesInfos/changesInfo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microsoft.com/office/2015/10/relationships/revisionInfo" Target="revisionInfo.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a Sri, Parimi (Cognizant)" userId="S::2449506@cognizant.com::465fef41-045c-4c11-a534-14c07cc6bdc2" providerId="AD" clId="Web-{F3BA5706-3ECF-7348-1E1D-DD1F78CE8721}"/>
    <pc:docChg chg="modSld">
      <pc:chgData name="Sushma Sri, Parimi (Cognizant)" userId="S::2449506@cognizant.com::465fef41-045c-4c11-a534-14c07cc6bdc2" providerId="AD" clId="Web-{F3BA5706-3ECF-7348-1E1D-DD1F78CE8721}" dt="2025-10-02T13:28:07.049" v="0" actId="1076"/>
      <pc:docMkLst>
        <pc:docMk/>
      </pc:docMkLst>
      <pc:sldChg chg="modSp">
        <pc:chgData name="Sushma Sri, Parimi (Cognizant)" userId="S::2449506@cognizant.com::465fef41-045c-4c11-a534-14c07cc6bdc2" providerId="AD" clId="Web-{F3BA5706-3ECF-7348-1E1D-DD1F78CE8721}" dt="2025-10-02T13:28:07.049" v="0" actId="1076"/>
        <pc:sldMkLst>
          <pc:docMk/>
          <pc:sldMk cId="651455169" sldId="276"/>
        </pc:sldMkLst>
        <pc:picChg chg="mod">
          <ac:chgData name="Sushma Sri, Parimi (Cognizant)" userId="S::2449506@cognizant.com::465fef41-045c-4c11-a534-14c07cc6bdc2" providerId="AD" clId="Web-{F3BA5706-3ECF-7348-1E1D-DD1F78CE8721}" dt="2025-10-02T13:28:07.049" v="0" actId="1076"/>
          <ac:picMkLst>
            <pc:docMk/>
            <pc:sldMk cId="651455169" sldId="276"/>
            <ac:picMk id="1026" creationId="{8196526C-B54F-13FD-C1F4-D29F088E33F9}"/>
          </ac:picMkLst>
        </pc:picChg>
      </pc:sldChg>
    </pc:docChg>
  </pc:docChgLst>
  <pc:docChgLst>
    <pc:chgData name="Sumanth Kumar, Kasetti (Cognizant)" userId="S::2449595@cognizant.com::8259d5c0-eac7-4795-8367-841a51cde7cf" providerId="AD" clId="Web-{F18FE41C-BA08-9851-F97B-145D5B40277E}"/>
    <pc:docChg chg="modSld">
      <pc:chgData name="Sumanth Kumar, Kasetti (Cognizant)" userId="S::2449595@cognizant.com::8259d5c0-eac7-4795-8367-841a51cde7cf" providerId="AD" clId="Web-{F18FE41C-BA08-9851-F97B-145D5B40277E}" dt="2025-10-09T11:54:05.468" v="5" actId="1076"/>
      <pc:docMkLst>
        <pc:docMk/>
      </pc:docMkLst>
      <pc:sldChg chg="modSp">
        <pc:chgData name="Sumanth Kumar, Kasetti (Cognizant)" userId="S::2449595@cognizant.com::8259d5c0-eac7-4795-8367-841a51cde7cf" providerId="AD" clId="Web-{F18FE41C-BA08-9851-F97B-145D5B40277E}" dt="2025-10-09T11:54:05.468" v="5" actId="1076"/>
        <pc:sldMkLst>
          <pc:docMk/>
          <pc:sldMk cId="384213000" sldId="258"/>
        </pc:sldMkLst>
        <pc:picChg chg="mod">
          <ac:chgData name="Sumanth Kumar, Kasetti (Cognizant)" userId="S::2449595@cognizant.com::8259d5c0-eac7-4795-8367-841a51cde7cf" providerId="AD" clId="Web-{F18FE41C-BA08-9851-F97B-145D5B40277E}" dt="2025-10-09T11:54:05.468" v="5" actId="1076"/>
          <ac:picMkLst>
            <pc:docMk/>
            <pc:sldMk cId="384213000" sldId="258"/>
            <ac:picMk id="1026" creationId="{F42376A1-5506-D8E7-945C-766D3A9AF232}"/>
          </ac:picMkLst>
        </pc:picChg>
      </pc:sldChg>
    </pc:docChg>
  </pc:docChgLst>
  <pc:docChgLst>
    <pc:chgData name="Sirivalli, Kadali (Cognizant)" userId="S::2449596@cognizant.com::74fcc221-8485-4b79-b7fa-cb51db37062e" providerId="AD" clId="Web-{9CD67DE9-924B-E433-7F26-A613A2786192}"/>
    <pc:docChg chg="sldOrd">
      <pc:chgData name="Sirivalli, Kadali (Cognizant)" userId="S::2449596@cognizant.com::74fcc221-8485-4b79-b7fa-cb51db37062e" providerId="AD" clId="Web-{9CD67DE9-924B-E433-7F26-A613A2786192}" dt="2025-09-29T17:25:23.367" v="0"/>
      <pc:docMkLst>
        <pc:docMk/>
      </pc:docMkLst>
      <pc:sldChg chg="ord">
        <pc:chgData name="Sirivalli, Kadali (Cognizant)" userId="S::2449596@cognizant.com::74fcc221-8485-4b79-b7fa-cb51db37062e" providerId="AD" clId="Web-{9CD67DE9-924B-E433-7F26-A613A2786192}" dt="2025-09-29T17:25:23.367" v="0"/>
        <pc:sldMkLst>
          <pc:docMk/>
          <pc:sldMk cId="3977797598" sldId="269"/>
        </pc:sldMkLst>
      </pc:sldChg>
    </pc:docChg>
  </pc:docChgLst>
  <pc:docChgLst>
    <pc:chgData name="Pothula, Shanmuka Sai Sujith (Cognizant)" userId="S::2449598@cognizant.com::fef474e3-a68f-407f-bb23-92166a2e3bee" providerId="AD" clId="Web-{0E710B7B-2520-8F08-6C6E-285746A764D0}"/>
    <pc:docChg chg="modSld">
      <pc:chgData name="Pothula, Shanmuka Sai Sujith (Cognizant)" userId="S::2449598@cognizant.com::fef474e3-a68f-407f-bb23-92166a2e3bee" providerId="AD" clId="Web-{0E710B7B-2520-8F08-6C6E-285746A764D0}" dt="2025-10-11T07:02:00.863" v="5" actId="1076"/>
      <pc:docMkLst>
        <pc:docMk/>
      </pc:docMkLst>
      <pc:sldChg chg="modSp">
        <pc:chgData name="Pothula, Shanmuka Sai Sujith (Cognizant)" userId="S::2449598@cognizant.com::fef474e3-a68f-407f-bb23-92166a2e3bee" providerId="AD" clId="Web-{0E710B7B-2520-8F08-6C6E-285746A764D0}" dt="2025-10-11T06:55:43.484" v="2" actId="1076"/>
        <pc:sldMkLst>
          <pc:docMk/>
          <pc:sldMk cId="3544413799" sldId="408"/>
        </pc:sldMkLst>
        <pc:picChg chg="mod">
          <ac:chgData name="Pothula, Shanmuka Sai Sujith (Cognizant)" userId="S::2449598@cognizant.com::fef474e3-a68f-407f-bb23-92166a2e3bee" providerId="AD" clId="Web-{0E710B7B-2520-8F08-6C6E-285746A764D0}" dt="2025-10-11T06:55:43.484" v="2" actId="1076"/>
          <ac:picMkLst>
            <pc:docMk/>
            <pc:sldMk cId="3544413799" sldId="408"/>
            <ac:picMk id="4" creationId="{6E80123B-0E43-C73D-4CDE-1EAF6662144A}"/>
          </ac:picMkLst>
        </pc:picChg>
      </pc:sldChg>
      <pc:sldChg chg="modSp">
        <pc:chgData name="Pothula, Shanmuka Sai Sujith (Cognizant)" userId="S::2449598@cognizant.com::fef474e3-a68f-407f-bb23-92166a2e3bee" providerId="AD" clId="Web-{0E710B7B-2520-8F08-6C6E-285746A764D0}" dt="2025-10-11T07:02:00.863" v="5" actId="1076"/>
        <pc:sldMkLst>
          <pc:docMk/>
          <pc:sldMk cId="820990240" sldId="419"/>
        </pc:sldMkLst>
        <pc:picChg chg="mod">
          <ac:chgData name="Pothula, Shanmuka Sai Sujith (Cognizant)" userId="S::2449598@cognizant.com::fef474e3-a68f-407f-bb23-92166a2e3bee" providerId="AD" clId="Web-{0E710B7B-2520-8F08-6C6E-285746A764D0}" dt="2025-10-11T07:02:00.863" v="5" actId="1076"/>
          <ac:picMkLst>
            <pc:docMk/>
            <pc:sldMk cId="820990240" sldId="419"/>
            <ac:picMk id="4" creationId="{BB3C65A3-84BC-0DB8-142F-8BD006F138FE}"/>
          </ac:picMkLst>
        </pc:picChg>
      </pc:sldChg>
    </pc:docChg>
  </pc:docChgLst>
  <pc:docChgLst>
    <pc:chgData name="Yochana, Ravada (Cognizant)" userId="S::2449743@cognizant.com::ac63e2c6-b548-4a3e-93fc-5b11cda8c38b" providerId="AD" clId="Web-{0BE876E7-BB0D-1880-CE95-72213238F5D1}"/>
    <pc:docChg chg="modSld">
      <pc:chgData name="Yochana, Ravada (Cognizant)" userId="S::2449743@cognizant.com::ac63e2c6-b548-4a3e-93fc-5b11cda8c38b" providerId="AD" clId="Web-{0BE876E7-BB0D-1880-CE95-72213238F5D1}" dt="2025-10-07T11:46:17.700" v="1" actId="1076"/>
      <pc:docMkLst>
        <pc:docMk/>
      </pc:docMkLst>
      <pc:sldChg chg="modSp">
        <pc:chgData name="Yochana, Ravada (Cognizant)" userId="S::2449743@cognizant.com::ac63e2c6-b548-4a3e-93fc-5b11cda8c38b" providerId="AD" clId="Web-{0BE876E7-BB0D-1880-CE95-72213238F5D1}" dt="2025-10-07T11:46:17.700" v="1" actId="1076"/>
        <pc:sldMkLst>
          <pc:docMk/>
          <pc:sldMk cId="1813279708" sldId="278"/>
        </pc:sldMkLst>
        <pc:picChg chg="mod">
          <ac:chgData name="Yochana, Ravada (Cognizant)" userId="S::2449743@cognizant.com::ac63e2c6-b548-4a3e-93fc-5b11cda8c38b" providerId="AD" clId="Web-{0BE876E7-BB0D-1880-CE95-72213238F5D1}" dt="2025-10-07T11:46:17.700" v="1" actId="1076"/>
          <ac:picMkLst>
            <pc:docMk/>
            <pc:sldMk cId="1813279708" sldId="278"/>
            <ac:picMk id="4098" creationId="{23069469-66AA-2A69-1A34-760CA1561293}"/>
          </ac:picMkLst>
        </pc:picChg>
      </pc:sldChg>
    </pc:docChg>
  </pc:docChgLst>
  <pc:docChgLst>
    <pc:chgData name="Babar, Maheshwari Popat (Cognizant)" userId="04e8f2b5-d971-40cd-a125-a432ac1b2b26" providerId="ADAL" clId="{EE2C6B06-B172-4013-B413-D2F1AC23DB72}"/>
    <pc:docChg chg="addSld delSld modSld">
      <pc:chgData name="Babar, Maheshwari Popat (Cognizant)" userId="04e8f2b5-d971-40cd-a125-a432ac1b2b26" providerId="ADAL" clId="{EE2C6B06-B172-4013-B413-D2F1AC23DB72}" dt="2025-10-04T10:13:36.568" v="8" actId="2696"/>
      <pc:docMkLst>
        <pc:docMk/>
      </pc:docMkLst>
      <pc:sldChg chg="modSp mod">
        <pc:chgData name="Babar, Maheshwari Popat (Cognizant)" userId="04e8f2b5-d971-40cd-a125-a432ac1b2b26" providerId="ADAL" clId="{EE2C6B06-B172-4013-B413-D2F1AC23DB72}" dt="2025-10-04T10:03:51.444" v="6" actId="20577"/>
        <pc:sldMkLst>
          <pc:docMk/>
          <pc:sldMk cId="2597972250" sldId="285"/>
        </pc:sldMkLst>
        <pc:spChg chg="mod">
          <ac:chgData name="Babar, Maheshwari Popat (Cognizant)" userId="04e8f2b5-d971-40cd-a125-a432ac1b2b26" providerId="ADAL" clId="{EE2C6B06-B172-4013-B413-D2F1AC23DB72}" dt="2025-10-04T10:03:51.444" v="6" actId="20577"/>
          <ac:spMkLst>
            <pc:docMk/>
            <pc:sldMk cId="2597972250" sldId="285"/>
            <ac:spMk id="3" creationId="{0AC2D287-D63F-4D88-0C9C-8E0969AEB9E1}"/>
          </ac:spMkLst>
        </pc:spChg>
      </pc:sldChg>
    </pc:docChg>
  </pc:docChgLst>
  <pc:docChgLst>
    <pc:chgData name="K S, Vedika (Cognizant)" userId="S::2449620@cognizant.com::86cd889e-368a-4c63-8d21-12cc4f4c1027" providerId="AD" clId="Web-{698BE050-E304-6CC7-2CD1-B45DE2F0AC9E}"/>
    <pc:docChg chg="modSld">
      <pc:chgData name="K S, Vedika (Cognizant)" userId="S::2449620@cognizant.com::86cd889e-368a-4c63-8d21-12cc4f4c1027" providerId="AD" clId="Web-{698BE050-E304-6CC7-2CD1-B45DE2F0AC9E}" dt="2025-10-09T06:16:06.439" v="4" actId="1076"/>
      <pc:docMkLst>
        <pc:docMk/>
      </pc:docMkLst>
      <pc:sldChg chg="modSp">
        <pc:chgData name="K S, Vedika (Cognizant)" userId="S::2449620@cognizant.com::86cd889e-368a-4c63-8d21-12cc4f4c1027" providerId="AD" clId="Web-{698BE050-E304-6CC7-2CD1-B45DE2F0AC9E}" dt="2025-10-09T04:27:40.791" v="2" actId="1076"/>
        <pc:sldMkLst>
          <pc:docMk/>
          <pc:sldMk cId="744656141" sldId="396"/>
        </pc:sldMkLst>
        <pc:spChg chg="mod">
          <ac:chgData name="K S, Vedika (Cognizant)" userId="S::2449620@cognizant.com::86cd889e-368a-4c63-8d21-12cc4f4c1027" providerId="AD" clId="Web-{698BE050-E304-6CC7-2CD1-B45DE2F0AC9E}" dt="2025-10-09T04:27:40.791" v="2" actId="1076"/>
          <ac:spMkLst>
            <pc:docMk/>
            <pc:sldMk cId="744656141" sldId="396"/>
            <ac:spMk id="3" creationId="{74FB3644-4677-1877-C436-F7266093EF6F}"/>
          </ac:spMkLst>
        </pc:spChg>
      </pc:sldChg>
      <pc:sldChg chg="modSp">
        <pc:chgData name="K S, Vedika (Cognizant)" userId="S::2449620@cognizant.com::86cd889e-368a-4c63-8d21-12cc4f4c1027" providerId="AD" clId="Web-{698BE050-E304-6CC7-2CD1-B45DE2F0AC9E}" dt="2025-10-09T05:42:20.926" v="3" actId="1076"/>
        <pc:sldMkLst>
          <pc:docMk/>
          <pc:sldMk cId="2184395449" sldId="406"/>
        </pc:sldMkLst>
        <pc:picChg chg="mod">
          <ac:chgData name="K S, Vedika (Cognizant)" userId="S::2449620@cognizant.com::86cd889e-368a-4c63-8d21-12cc4f4c1027" providerId="AD" clId="Web-{698BE050-E304-6CC7-2CD1-B45DE2F0AC9E}" dt="2025-10-09T05:42:20.926" v="3" actId="1076"/>
          <ac:picMkLst>
            <pc:docMk/>
            <pc:sldMk cId="2184395449" sldId="406"/>
            <ac:picMk id="4" creationId="{FCBCF4AD-9686-82BE-6DD2-237A43484140}"/>
          </ac:picMkLst>
        </pc:picChg>
      </pc:sldChg>
      <pc:sldChg chg="modSp">
        <pc:chgData name="K S, Vedika (Cognizant)" userId="S::2449620@cognizant.com::86cd889e-368a-4c63-8d21-12cc4f4c1027" providerId="AD" clId="Web-{698BE050-E304-6CC7-2CD1-B45DE2F0AC9E}" dt="2025-10-09T06:16:06.439" v="4" actId="1076"/>
        <pc:sldMkLst>
          <pc:docMk/>
          <pc:sldMk cId="3831733097" sldId="410"/>
        </pc:sldMkLst>
        <pc:picChg chg="mod">
          <ac:chgData name="K S, Vedika (Cognizant)" userId="S::2449620@cognizant.com::86cd889e-368a-4c63-8d21-12cc4f4c1027" providerId="AD" clId="Web-{698BE050-E304-6CC7-2CD1-B45DE2F0AC9E}" dt="2025-10-09T06:16:06.439" v="4" actId="1076"/>
          <ac:picMkLst>
            <pc:docMk/>
            <pc:sldMk cId="3831733097" sldId="410"/>
            <ac:picMk id="4" creationId="{8DEC2852-F8D3-28AE-E43A-CBA254FA12D3}"/>
          </ac:picMkLst>
        </pc:picChg>
      </pc:sldChg>
    </pc:docChg>
  </pc:docChgLst>
  <pc:docChgLst>
    <pc:chgData name="Pothula, Shanmuka Sai Sujith (Cognizant)" userId="S::2449598@cognizant.com::fef474e3-a68f-407f-bb23-92166a2e3bee" providerId="AD" clId="Web-{6A4C0A84-7F2A-04BB-2F3A-B9FAC3A0CC8A}"/>
    <pc:docChg chg="modSld">
      <pc:chgData name="Pothula, Shanmuka Sai Sujith (Cognizant)" userId="S::2449598@cognizant.com::fef474e3-a68f-407f-bb23-92166a2e3bee" providerId="AD" clId="Web-{6A4C0A84-7F2A-04BB-2F3A-B9FAC3A0CC8A}" dt="2025-10-10T08:24:11.029" v="4" actId="1076"/>
      <pc:docMkLst>
        <pc:docMk/>
      </pc:docMkLst>
      <pc:sldChg chg="modSp">
        <pc:chgData name="Pothula, Shanmuka Sai Sujith (Cognizant)" userId="S::2449598@cognizant.com::fef474e3-a68f-407f-bb23-92166a2e3bee" providerId="AD" clId="Web-{6A4C0A84-7F2A-04BB-2F3A-B9FAC3A0CC8A}" dt="2025-10-10T08:24:11.029" v="4" actId="1076"/>
        <pc:sldMkLst>
          <pc:docMk/>
          <pc:sldMk cId="3517070001" sldId="329"/>
        </pc:sldMkLst>
        <pc:picChg chg="mod">
          <ac:chgData name="Pothula, Shanmuka Sai Sujith (Cognizant)" userId="S::2449598@cognizant.com::fef474e3-a68f-407f-bb23-92166a2e3bee" providerId="AD" clId="Web-{6A4C0A84-7F2A-04BB-2F3A-B9FAC3A0CC8A}" dt="2025-10-10T08:24:11.029" v="4" actId="1076"/>
          <ac:picMkLst>
            <pc:docMk/>
            <pc:sldMk cId="3517070001" sldId="329"/>
            <ac:picMk id="4" creationId="{F78683D0-A1A1-134C-5522-89E43F6E08C3}"/>
          </ac:picMkLst>
        </pc:picChg>
      </pc:sldChg>
    </pc:docChg>
  </pc:docChgLst>
  <pc:docChgLst>
    <pc:chgData name="Santhamurthy, Ananthi (Cognizant)" userId="S::2449628@cognizant.com::88ebc996-8831-4387-a189-811c5243c42c" providerId="AD" clId="Web-{75CCAC85-2432-1CF5-5506-BAEAD7B213B4}"/>
    <pc:docChg chg="modSld">
      <pc:chgData name="Santhamurthy, Ananthi (Cognizant)" userId="S::2449628@cognizant.com::88ebc996-8831-4387-a189-811c5243c42c" providerId="AD" clId="Web-{75CCAC85-2432-1CF5-5506-BAEAD7B213B4}" dt="2025-10-08T19:13:01.985" v="1" actId="1076"/>
      <pc:docMkLst>
        <pc:docMk/>
      </pc:docMkLst>
      <pc:sldChg chg="modSp">
        <pc:chgData name="Santhamurthy, Ananthi (Cognizant)" userId="S::2449628@cognizant.com::88ebc996-8831-4387-a189-811c5243c42c" providerId="AD" clId="Web-{75CCAC85-2432-1CF5-5506-BAEAD7B213B4}" dt="2025-10-08T17:33:01.584" v="0" actId="1076"/>
        <pc:sldMkLst>
          <pc:docMk/>
          <pc:sldMk cId="2762940411" sldId="274"/>
        </pc:sldMkLst>
        <pc:picChg chg="mod">
          <ac:chgData name="Santhamurthy, Ananthi (Cognizant)" userId="S::2449628@cognizant.com::88ebc996-8831-4387-a189-811c5243c42c" providerId="AD" clId="Web-{75CCAC85-2432-1CF5-5506-BAEAD7B213B4}" dt="2025-10-08T17:33:01.584" v="0" actId="1076"/>
          <ac:picMkLst>
            <pc:docMk/>
            <pc:sldMk cId="2762940411" sldId="274"/>
            <ac:picMk id="6146" creationId="{1D7A799A-F610-9FE1-0B88-C8DB294384C5}"/>
          </ac:picMkLst>
        </pc:picChg>
      </pc:sldChg>
      <pc:sldChg chg="modSp">
        <pc:chgData name="Santhamurthy, Ananthi (Cognizant)" userId="S::2449628@cognizant.com::88ebc996-8831-4387-a189-811c5243c42c" providerId="AD" clId="Web-{75CCAC85-2432-1CF5-5506-BAEAD7B213B4}" dt="2025-10-08T19:13:01.985" v="1" actId="1076"/>
        <pc:sldMkLst>
          <pc:docMk/>
          <pc:sldMk cId="2551389715" sldId="330"/>
        </pc:sldMkLst>
        <pc:picChg chg="mod">
          <ac:chgData name="Santhamurthy, Ananthi (Cognizant)" userId="S::2449628@cognizant.com::88ebc996-8831-4387-a189-811c5243c42c" providerId="AD" clId="Web-{75CCAC85-2432-1CF5-5506-BAEAD7B213B4}" dt="2025-10-08T19:13:01.985" v="1" actId="1076"/>
          <ac:picMkLst>
            <pc:docMk/>
            <pc:sldMk cId="2551389715" sldId="330"/>
            <ac:picMk id="4" creationId="{673D3D14-6E41-1180-7424-7AA1AA80F1FB}"/>
          </ac:picMkLst>
        </pc:picChg>
      </pc:sldChg>
    </pc:docChg>
  </pc:docChgLst>
  <pc:docChgLst>
    <pc:chgData name="Kantaspurthi, Lalitha Bhagya Sri (Cognizant)" userId="S::2449570@cognizant.com::4a42699f-eccf-4660-8897-d8bddf794285" providerId="AD" clId="Web-{431489F5-5077-8CF4-2718-CA8727998926}"/>
    <pc:docChg chg="modSld">
      <pc:chgData name="Kantaspurthi, Lalitha Bhagya Sri (Cognizant)" userId="S::2449570@cognizant.com::4a42699f-eccf-4660-8897-d8bddf794285" providerId="AD" clId="Web-{431489F5-5077-8CF4-2718-CA8727998926}" dt="2025-10-13T15:23:39.048" v="0" actId="1076"/>
      <pc:docMkLst>
        <pc:docMk/>
      </pc:docMkLst>
      <pc:sldChg chg="modSp">
        <pc:chgData name="Kantaspurthi, Lalitha Bhagya Sri (Cognizant)" userId="S::2449570@cognizant.com::4a42699f-eccf-4660-8897-d8bddf794285" providerId="AD" clId="Web-{431489F5-5077-8CF4-2718-CA8727998926}" dt="2025-10-13T15:23:39.048" v="0" actId="1076"/>
        <pc:sldMkLst>
          <pc:docMk/>
          <pc:sldMk cId="2565005337" sldId="279"/>
        </pc:sldMkLst>
        <pc:picChg chg="mod">
          <ac:chgData name="Kantaspurthi, Lalitha Bhagya Sri (Cognizant)" userId="S::2449570@cognizant.com::4a42699f-eccf-4660-8897-d8bddf794285" providerId="AD" clId="Web-{431489F5-5077-8CF4-2718-CA8727998926}" dt="2025-10-13T15:23:39.048" v="0" actId="1076"/>
          <ac:picMkLst>
            <pc:docMk/>
            <pc:sldMk cId="2565005337" sldId="279"/>
            <ac:picMk id="3074" creationId="{16EB6F46-7C85-558F-5D89-B2BD651A74FA}"/>
          </ac:picMkLst>
        </pc:picChg>
      </pc:sldChg>
    </pc:docChg>
  </pc:docChgLst>
  <pc:docChgLst>
    <pc:chgData name="Sunkad, Pallavi N (Cognizant)" userId="S::2449502@cognizant.com::533f5448-e633-4083-8e53-02636a10b043" providerId="AD" clId="Web-{85628D02-23F5-11B9-4C77-25A66D03C618}"/>
    <pc:docChg chg="modSld">
      <pc:chgData name="Sunkad, Pallavi N (Cognizant)" userId="S::2449502@cognizant.com::533f5448-e633-4083-8e53-02636a10b043" providerId="AD" clId="Web-{85628D02-23F5-11B9-4C77-25A66D03C618}" dt="2025-10-07T14:31:51.919" v="1" actId="1076"/>
      <pc:docMkLst>
        <pc:docMk/>
      </pc:docMkLst>
      <pc:sldChg chg="modSp">
        <pc:chgData name="Sunkad, Pallavi N (Cognizant)" userId="S::2449502@cognizant.com::533f5448-e633-4083-8e53-02636a10b043" providerId="AD" clId="Web-{85628D02-23F5-11B9-4C77-25A66D03C618}" dt="2025-10-07T14:27:32.872" v="0" actId="1076"/>
        <pc:sldMkLst>
          <pc:docMk/>
          <pc:sldMk cId="2352863441" sldId="384"/>
        </pc:sldMkLst>
        <pc:picChg chg="mod">
          <ac:chgData name="Sunkad, Pallavi N (Cognizant)" userId="S::2449502@cognizant.com::533f5448-e633-4083-8e53-02636a10b043" providerId="AD" clId="Web-{85628D02-23F5-11B9-4C77-25A66D03C618}" dt="2025-10-07T14:27:32.872" v="0" actId="1076"/>
          <ac:picMkLst>
            <pc:docMk/>
            <pc:sldMk cId="2352863441" sldId="384"/>
            <ac:picMk id="4" creationId="{EB53AB16-4222-D38A-FF94-34F0C67CA278}"/>
          </ac:picMkLst>
        </pc:picChg>
      </pc:sldChg>
      <pc:sldChg chg="modSp">
        <pc:chgData name="Sunkad, Pallavi N (Cognizant)" userId="S::2449502@cognizant.com::533f5448-e633-4083-8e53-02636a10b043" providerId="AD" clId="Web-{85628D02-23F5-11B9-4C77-25A66D03C618}" dt="2025-10-07T14:31:51.919" v="1" actId="1076"/>
        <pc:sldMkLst>
          <pc:docMk/>
          <pc:sldMk cId="37819989" sldId="386"/>
        </pc:sldMkLst>
        <pc:picChg chg="mod">
          <ac:chgData name="Sunkad, Pallavi N (Cognizant)" userId="S::2449502@cognizant.com::533f5448-e633-4083-8e53-02636a10b043" providerId="AD" clId="Web-{85628D02-23F5-11B9-4C77-25A66D03C618}" dt="2025-10-07T14:31:51.919" v="1" actId="1076"/>
          <ac:picMkLst>
            <pc:docMk/>
            <pc:sldMk cId="37819989" sldId="386"/>
            <ac:picMk id="4" creationId="{4E3EF94E-430E-F84F-4349-C782F067E262}"/>
          </ac:picMkLst>
        </pc:picChg>
      </pc:sldChg>
    </pc:docChg>
  </pc:docChgLst>
  <pc:docChgLst>
    <pc:chgData name="K S, Vedika (Cognizant)" userId="S::2449620@cognizant.com::86cd889e-368a-4c63-8d21-12cc4f4c1027" providerId="AD" clId="Web-{2E1C7E49-A348-3EC2-A684-79127B32F354}"/>
    <pc:docChg chg="modSld">
      <pc:chgData name="K S, Vedika (Cognizant)" userId="S::2449620@cognizant.com::86cd889e-368a-4c63-8d21-12cc4f4c1027" providerId="AD" clId="Web-{2E1C7E49-A348-3EC2-A684-79127B32F354}" dt="2025-10-07T10:48:05.299" v="14" actId="14100"/>
      <pc:docMkLst>
        <pc:docMk/>
      </pc:docMkLst>
      <pc:sldChg chg="delSp modSp">
        <pc:chgData name="K S, Vedika (Cognizant)" userId="S::2449620@cognizant.com::86cd889e-368a-4c63-8d21-12cc4f4c1027" providerId="AD" clId="Web-{2E1C7E49-A348-3EC2-A684-79127B32F354}" dt="2025-10-07T08:29:29.595" v="4" actId="1076"/>
        <pc:sldMkLst>
          <pc:docMk/>
          <pc:sldMk cId="68670355" sldId="290"/>
        </pc:sldMkLst>
        <pc:picChg chg="mod">
          <ac:chgData name="K S, Vedika (Cognizant)" userId="S::2449620@cognizant.com::86cd889e-368a-4c63-8d21-12cc4f4c1027" providerId="AD" clId="Web-{2E1C7E49-A348-3EC2-A684-79127B32F354}" dt="2025-10-07T08:29:29.595" v="4" actId="1076"/>
          <ac:picMkLst>
            <pc:docMk/>
            <pc:sldMk cId="68670355" sldId="290"/>
            <ac:picMk id="10242" creationId="{F21FEC37-3A06-8D02-D843-B05084F6542A}"/>
          </ac:picMkLst>
        </pc:picChg>
      </pc:sldChg>
      <pc:sldChg chg="modSp">
        <pc:chgData name="K S, Vedika (Cognizant)" userId="S::2449620@cognizant.com::86cd889e-368a-4c63-8d21-12cc4f4c1027" providerId="AD" clId="Web-{2E1C7E49-A348-3EC2-A684-79127B32F354}" dt="2025-10-07T08:24:13.389" v="1" actId="20577"/>
        <pc:sldMkLst>
          <pc:docMk/>
          <pc:sldMk cId="3275946113" sldId="293"/>
        </pc:sldMkLst>
        <pc:spChg chg="mod">
          <ac:chgData name="K S, Vedika (Cognizant)" userId="S::2449620@cognizant.com::86cd889e-368a-4c63-8d21-12cc4f4c1027" providerId="AD" clId="Web-{2E1C7E49-A348-3EC2-A684-79127B32F354}" dt="2025-10-07T08:24:13.389" v="1" actId="20577"/>
          <ac:spMkLst>
            <pc:docMk/>
            <pc:sldMk cId="3275946113" sldId="293"/>
            <ac:spMk id="3" creationId="{3C3033AE-E412-F823-9FA4-F04807AD1D60}"/>
          </ac:spMkLst>
        </pc:spChg>
      </pc:sldChg>
      <pc:sldChg chg="modSp">
        <pc:chgData name="K S, Vedika (Cognizant)" userId="S::2449620@cognizant.com::86cd889e-368a-4c63-8d21-12cc4f4c1027" providerId="AD" clId="Web-{2E1C7E49-A348-3EC2-A684-79127B32F354}" dt="2025-10-07T10:15:43.452" v="5" actId="14100"/>
        <pc:sldMkLst>
          <pc:docMk/>
          <pc:sldMk cId="4140691893" sldId="327"/>
        </pc:sldMkLst>
        <pc:picChg chg="mod">
          <ac:chgData name="K S, Vedika (Cognizant)" userId="S::2449620@cognizant.com::86cd889e-368a-4c63-8d21-12cc4f4c1027" providerId="AD" clId="Web-{2E1C7E49-A348-3EC2-A684-79127B32F354}" dt="2025-10-07T10:15:43.452" v="5" actId="14100"/>
          <ac:picMkLst>
            <pc:docMk/>
            <pc:sldMk cId="4140691893" sldId="327"/>
            <ac:picMk id="4" creationId="{07F2FA05-FA61-BD76-6E7A-15DEBF24F463}"/>
          </ac:picMkLst>
        </pc:picChg>
      </pc:sldChg>
      <pc:sldChg chg="modSp">
        <pc:chgData name="K S, Vedika (Cognizant)" userId="S::2449620@cognizant.com::86cd889e-368a-4c63-8d21-12cc4f4c1027" providerId="AD" clId="Web-{2E1C7E49-A348-3EC2-A684-79127B32F354}" dt="2025-10-07T10:34:18.877" v="7" actId="20577"/>
        <pc:sldMkLst>
          <pc:docMk/>
          <pc:sldMk cId="3517070001" sldId="329"/>
        </pc:sldMkLst>
        <pc:spChg chg="mod">
          <ac:chgData name="K S, Vedika (Cognizant)" userId="S::2449620@cognizant.com::86cd889e-368a-4c63-8d21-12cc4f4c1027" providerId="AD" clId="Web-{2E1C7E49-A348-3EC2-A684-79127B32F354}" dt="2025-10-07T10:34:18.877" v="7" actId="20577"/>
          <ac:spMkLst>
            <pc:docMk/>
            <pc:sldMk cId="3517070001" sldId="329"/>
            <ac:spMk id="3" creationId="{DB3AE7F2-6112-ABFB-88AF-054A93E9095C}"/>
          </ac:spMkLst>
        </pc:spChg>
      </pc:sldChg>
      <pc:sldChg chg="modSp">
        <pc:chgData name="K S, Vedika (Cognizant)" userId="S::2449620@cognizant.com::86cd889e-368a-4c63-8d21-12cc4f4c1027" providerId="AD" clId="Web-{2E1C7E49-A348-3EC2-A684-79127B32F354}" dt="2025-10-07T10:48:05.299" v="14" actId="14100"/>
        <pc:sldMkLst>
          <pc:docMk/>
          <pc:sldMk cId="2236841834" sldId="334"/>
        </pc:sldMkLst>
        <pc:spChg chg="mod">
          <ac:chgData name="K S, Vedika (Cognizant)" userId="S::2449620@cognizant.com::86cd889e-368a-4c63-8d21-12cc4f4c1027" providerId="AD" clId="Web-{2E1C7E49-A348-3EC2-A684-79127B32F354}" dt="2025-10-07T10:47:59.095" v="11" actId="14100"/>
          <ac:spMkLst>
            <pc:docMk/>
            <pc:sldMk cId="2236841834" sldId="334"/>
            <ac:spMk id="2" creationId="{19C0ADFB-4C2E-4D6C-6A14-AB5E1F7D5CCF}"/>
          </ac:spMkLst>
        </pc:spChg>
        <pc:spChg chg="mod">
          <ac:chgData name="K S, Vedika (Cognizant)" userId="S::2449620@cognizant.com::86cd889e-368a-4c63-8d21-12cc4f4c1027" providerId="AD" clId="Web-{2E1C7E49-A348-3EC2-A684-79127B32F354}" dt="2025-10-07T10:47:59.095" v="12" actId="14100"/>
          <ac:spMkLst>
            <pc:docMk/>
            <pc:sldMk cId="2236841834" sldId="334"/>
            <ac:spMk id="3" creationId="{413840C5-CC11-8897-0453-FA8BED96F2F8}"/>
          </ac:spMkLst>
        </pc:spChg>
        <pc:picChg chg="mod">
          <ac:chgData name="K S, Vedika (Cognizant)" userId="S::2449620@cognizant.com::86cd889e-368a-4c63-8d21-12cc4f4c1027" providerId="AD" clId="Web-{2E1C7E49-A348-3EC2-A684-79127B32F354}" dt="2025-10-07T10:48:05.299" v="14" actId="14100"/>
          <ac:picMkLst>
            <pc:docMk/>
            <pc:sldMk cId="2236841834" sldId="334"/>
            <ac:picMk id="4" creationId="{618D8E7B-ECAB-B218-819A-CD685BBD502F}"/>
          </ac:picMkLst>
        </pc:picChg>
      </pc:sldChg>
    </pc:docChg>
  </pc:docChgLst>
  <pc:docChgLst>
    <pc:chgData name="Bhargavi, Medi (Cognizant)" userId="175cb171-45a7-4f9c-96fe-2ef9cc660131" providerId="ADAL" clId="{D0277BF4-DDDE-40E4-B6D5-51ABD6212858}"/>
    <pc:docChg chg="modSld sldOrd">
      <pc:chgData name="Bhargavi, Medi (Cognizant)" userId="175cb171-45a7-4f9c-96fe-2ef9cc660131" providerId="ADAL" clId="{D0277BF4-DDDE-40E4-B6D5-51ABD6212858}" dt="2025-10-11T11:25:12.187" v="1"/>
      <pc:docMkLst>
        <pc:docMk/>
      </pc:docMkLst>
      <pc:sldChg chg="ord">
        <pc:chgData name="Bhargavi, Medi (Cognizant)" userId="175cb171-45a7-4f9c-96fe-2ef9cc660131" providerId="ADAL" clId="{D0277BF4-DDDE-40E4-B6D5-51ABD6212858}" dt="2025-10-11T11:25:12.187" v="1"/>
        <pc:sldMkLst>
          <pc:docMk/>
          <pc:sldMk cId="3428439584" sldId="264"/>
        </pc:sldMkLst>
      </pc:sldChg>
    </pc:docChg>
  </pc:docChgLst>
  <pc:docChgLst>
    <pc:chgData name="Dharani Tripura, Bondada Veera Venkata (Cognizant)" userId="S::2449599@cognizant.com::54ae252e-9820-4a9c-96e5-6c94e5507563" providerId="AD" clId="Web-{B1497E5A-5555-7C10-5716-104F59FF7B7F}"/>
    <pc:docChg chg="modSld">
      <pc:chgData name="Dharani Tripura, Bondada Veera Venkata (Cognizant)" userId="S::2449599@cognizant.com::54ae252e-9820-4a9c-96e5-6c94e5507563" providerId="AD" clId="Web-{B1497E5A-5555-7C10-5716-104F59FF7B7F}" dt="2025-10-11T09:28:25.909" v="3" actId="20577"/>
      <pc:docMkLst>
        <pc:docMk/>
      </pc:docMkLst>
      <pc:sldChg chg="modSp">
        <pc:chgData name="Dharani Tripura, Bondada Veera Venkata (Cognizant)" userId="S::2449599@cognizant.com::54ae252e-9820-4a9c-96e5-6c94e5507563" providerId="AD" clId="Web-{B1497E5A-5555-7C10-5716-104F59FF7B7F}" dt="2025-10-11T09:28:25.909" v="3" actId="20577"/>
        <pc:sldMkLst>
          <pc:docMk/>
          <pc:sldMk cId="2393510650" sldId="270"/>
        </pc:sldMkLst>
        <pc:spChg chg="mod">
          <ac:chgData name="Dharani Tripura, Bondada Veera Venkata (Cognizant)" userId="S::2449599@cognizant.com::54ae252e-9820-4a9c-96e5-6c94e5507563" providerId="AD" clId="Web-{B1497E5A-5555-7C10-5716-104F59FF7B7F}" dt="2025-10-11T09:28:25.909" v="3" actId="20577"/>
          <ac:spMkLst>
            <pc:docMk/>
            <pc:sldMk cId="2393510650" sldId="270"/>
            <ac:spMk id="3" creationId="{21A72E05-43D6-D4D0-5BEB-CBEB22CAC0C2}"/>
          </ac:spMkLst>
        </pc:spChg>
      </pc:sldChg>
    </pc:docChg>
  </pc:docChgLst>
  <pc:docChgLst>
    <pc:chgData name="K S, Vedika (Cognizant)" userId="S::2449620@cognizant.com::86cd889e-368a-4c63-8d21-12cc4f4c1027" providerId="AD" clId="Web-{262E1FC4-E4A1-733E-6E65-DBB6618937A4}"/>
    <pc:docChg chg="modSld">
      <pc:chgData name="K S, Vedika (Cognizant)" userId="S::2449620@cognizant.com::86cd889e-368a-4c63-8d21-12cc4f4c1027" providerId="AD" clId="Web-{262E1FC4-E4A1-733E-6E65-DBB6618937A4}" dt="2025-10-07T06:51:23.501" v="27" actId="1076"/>
      <pc:docMkLst>
        <pc:docMk/>
      </pc:docMkLst>
      <pc:sldChg chg="modSp">
        <pc:chgData name="K S, Vedika (Cognizant)" userId="S::2449620@cognizant.com::86cd889e-368a-4c63-8d21-12cc4f4c1027" providerId="AD" clId="Web-{262E1FC4-E4A1-733E-6E65-DBB6618937A4}" dt="2025-10-07T05:57:38.925" v="1" actId="1076"/>
        <pc:sldMkLst>
          <pc:docMk/>
          <pc:sldMk cId="1329200211" sldId="260"/>
        </pc:sldMkLst>
        <pc:spChg chg="mod">
          <ac:chgData name="K S, Vedika (Cognizant)" userId="S::2449620@cognizant.com::86cd889e-368a-4c63-8d21-12cc4f4c1027" providerId="AD" clId="Web-{262E1FC4-E4A1-733E-6E65-DBB6618937A4}" dt="2025-10-07T05:57:38.925" v="1" actId="1076"/>
          <ac:spMkLst>
            <pc:docMk/>
            <pc:sldMk cId="1329200211" sldId="260"/>
            <ac:spMk id="4" creationId="{6B37E022-C1EA-3735-5801-54590775AFBB}"/>
          </ac:spMkLst>
        </pc:spChg>
      </pc:sldChg>
      <pc:sldChg chg="modSp">
        <pc:chgData name="K S, Vedika (Cognizant)" userId="S::2449620@cognizant.com::86cd889e-368a-4c63-8d21-12cc4f4c1027" providerId="AD" clId="Web-{262E1FC4-E4A1-733E-6E65-DBB6618937A4}" dt="2025-10-07T06:08:52.663" v="17" actId="14100"/>
        <pc:sldMkLst>
          <pc:docMk/>
          <pc:sldMk cId="3428439584" sldId="264"/>
        </pc:sldMkLst>
        <pc:spChg chg="mod">
          <ac:chgData name="K S, Vedika (Cognizant)" userId="S::2449620@cognizant.com::86cd889e-368a-4c63-8d21-12cc4f4c1027" providerId="AD" clId="Web-{262E1FC4-E4A1-733E-6E65-DBB6618937A4}" dt="2025-10-07T06:08:52.663" v="17" actId="14100"/>
          <ac:spMkLst>
            <pc:docMk/>
            <pc:sldMk cId="3428439584" sldId="264"/>
            <ac:spMk id="4" creationId="{5A094200-7235-974B-CDC9-1C3D0BAA332B}"/>
          </ac:spMkLst>
        </pc:spChg>
      </pc:sldChg>
      <pc:sldChg chg="modSp">
        <pc:chgData name="K S, Vedika (Cognizant)" userId="S::2449620@cognizant.com::86cd889e-368a-4c63-8d21-12cc4f4c1027" providerId="AD" clId="Web-{262E1FC4-E4A1-733E-6E65-DBB6618937A4}" dt="2025-10-07T06:28:48.309" v="22" actId="1076"/>
        <pc:sldMkLst>
          <pc:docMk/>
          <pc:sldMk cId="285950489" sldId="266"/>
        </pc:sldMkLst>
        <pc:spChg chg="mod">
          <ac:chgData name="K S, Vedika (Cognizant)" userId="S::2449620@cognizant.com::86cd889e-368a-4c63-8d21-12cc4f4c1027" providerId="AD" clId="Web-{262E1FC4-E4A1-733E-6E65-DBB6618937A4}" dt="2025-10-07T06:28:48.309" v="22" actId="1076"/>
          <ac:spMkLst>
            <pc:docMk/>
            <pc:sldMk cId="285950489" sldId="266"/>
            <ac:spMk id="4" creationId="{D93E56C6-0BBD-3AD7-D844-4F00666A42E6}"/>
          </ac:spMkLst>
        </pc:spChg>
      </pc:sldChg>
      <pc:sldChg chg="modSp">
        <pc:chgData name="K S, Vedika (Cognizant)" userId="S::2449620@cognizant.com::86cd889e-368a-4c63-8d21-12cc4f4c1027" providerId="AD" clId="Web-{262E1FC4-E4A1-733E-6E65-DBB6618937A4}" dt="2025-10-07T06:51:03.048" v="26" actId="20577"/>
        <pc:sldMkLst>
          <pc:docMk/>
          <pc:sldMk cId="2393510650" sldId="270"/>
        </pc:sldMkLst>
        <pc:spChg chg="mod">
          <ac:chgData name="K S, Vedika (Cognizant)" userId="S::2449620@cognizant.com::86cd889e-368a-4c63-8d21-12cc4f4c1027" providerId="AD" clId="Web-{262E1FC4-E4A1-733E-6E65-DBB6618937A4}" dt="2025-10-07T06:51:03.048" v="26" actId="20577"/>
          <ac:spMkLst>
            <pc:docMk/>
            <pc:sldMk cId="2393510650" sldId="270"/>
            <ac:spMk id="3" creationId="{21A72E05-43D6-D4D0-5BEB-CBEB22CAC0C2}"/>
          </ac:spMkLst>
        </pc:spChg>
      </pc:sldChg>
      <pc:sldChg chg="modSp">
        <pc:chgData name="K S, Vedika (Cognizant)" userId="S::2449620@cognizant.com::86cd889e-368a-4c63-8d21-12cc4f4c1027" providerId="AD" clId="Web-{262E1FC4-E4A1-733E-6E65-DBB6618937A4}" dt="2025-10-07T06:51:23.501" v="27" actId="1076"/>
        <pc:sldMkLst>
          <pc:docMk/>
          <pc:sldMk cId="1790762948" sldId="271"/>
        </pc:sldMkLst>
        <pc:picChg chg="mod">
          <ac:chgData name="K S, Vedika (Cognizant)" userId="S::2449620@cognizant.com::86cd889e-368a-4c63-8d21-12cc4f4c1027" providerId="AD" clId="Web-{262E1FC4-E4A1-733E-6E65-DBB6618937A4}" dt="2025-10-07T06:51:23.501" v="27" actId="1076"/>
          <ac:picMkLst>
            <pc:docMk/>
            <pc:sldMk cId="1790762948" sldId="271"/>
            <ac:picMk id="8196" creationId="{DF66CCC7-F46B-4F58-D27A-4169DB55CFDF}"/>
          </ac:picMkLst>
        </pc:picChg>
      </pc:sldChg>
    </pc:docChg>
  </pc:docChgLst>
  <pc:docChgLst>
    <pc:chgData name="Kantaspurthi, Lalitha Bhagya Sri (Cognizant)" userId="S::2449570@cognizant.com::4a42699f-eccf-4660-8897-d8bddf794285" providerId="AD" clId="Web-{EAD37852-9AFE-9095-592D-CCA1FA47FB5F}"/>
    <pc:docChg chg="modSld">
      <pc:chgData name="Kantaspurthi, Lalitha Bhagya Sri (Cognizant)" userId="S::2449570@cognizant.com::4a42699f-eccf-4660-8897-d8bddf794285" providerId="AD" clId="Web-{EAD37852-9AFE-9095-592D-CCA1FA47FB5F}" dt="2025-10-13T11:22:39.378" v="0" actId="1076"/>
      <pc:docMkLst>
        <pc:docMk/>
      </pc:docMkLst>
      <pc:sldChg chg="modSp">
        <pc:chgData name="Kantaspurthi, Lalitha Bhagya Sri (Cognizant)" userId="S::2449570@cognizant.com::4a42699f-eccf-4660-8897-d8bddf794285" providerId="AD" clId="Web-{EAD37852-9AFE-9095-592D-CCA1FA47FB5F}" dt="2025-10-13T11:22:39.378" v="0" actId="1076"/>
        <pc:sldMkLst>
          <pc:docMk/>
          <pc:sldMk cId="3573913650" sldId="281"/>
        </pc:sldMkLst>
        <pc:picChg chg="mod">
          <ac:chgData name="Kantaspurthi, Lalitha Bhagya Sri (Cognizant)" userId="S::2449570@cognizant.com::4a42699f-eccf-4660-8897-d8bddf794285" providerId="AD" clId="Web-{EAD37852-9AFE-9095-592D-CCA1FA47FB5F}" dt="2025-10-13T11:22:39.378" v="0" actId="1076"/>
          <ac:picMkLst>
            <pc:docMk/>
            <pc:sldMk cId="3573913650" sldId="281"/>
            <ac:picMk id="1028" creationId="{80DD6A10-0F23-4B93-A01B-E9B6E35C2803}"/>
          </ac:picMkLst>
        </pc:picChg>
      </pc:sldChg>
    </pc:docChg>
  </pc:docChgLst>
  <pc:docChgLst>
    <pc:chgData name="Sunkad, Pallavi N (Cognizant)" userId="S::2449502@cognizant.com::533f5448-e633-4083-8e53-02636a10b043" providerId="AD" clId="Web-{C5FBCCEA-E77B-665A-2B76-822046BADE44}"/>
    <pc:docChg chg="modSld">
      <pc:chgData name="Sunkad, Pallavi N (Cognizant)" userId="S::2449502@cognizant.com::533f5448-e633-4083-8e53-02636a10b043" providerId="AD" clId="Web-{C5FBCCEA-E77B-665A-2B76-822046BADE44}" dt="2025-10-05T13:45:12.969" v="2" actId="1076"/>
      <pc:docMkLst>
        <pc:docMk/>
      </pc:docMkLst>
      <pc:sldChg chg="modSp">
        <pc:chgData name="Sunkad, Pallavi N (Cognizant)" userId="S::2449502@cognizant.com::533f5448-e633-4083-8e53-02636a10b043" providerId="AD" clId="Web-{C5FBCCEA-E77B-665A-2B76-822046BADE44}" dt="2025-10-05T13:40:20.027" v="0" actId="1076"/>
        <pc:sldMkLst>
          <pc:docMk/>
          <pc:sldMk cId="4140691893" sldId="327"/>
        </pc:sldMkLst>
        <pc:picChg chg="mod">
          <ac:chgData name="Sunkad, Pallavi N (Cognizant)" userId="S::2449502@cognizant.com::533f5448-e633-4083-8e53-02636a10b043" providerId="AD" clId="Web-{C5FBCCEA-E77B-665A-2B76-822046BADE44}" dt="2025-10-05T13:40:20.027" v="0" actId="1076"/>
          <ac:picMkLst>
            <pc:docMk/>
            <pc:sldMk cId="4140691893" sldId="327"/>
            <ac:picMk id="4" creationId="{07F2FA05-FA61-BD76-6E7A-15DEBF24F463}"/>
          </ac:picMkLst>
        </pc:picChg>
      </pc:sldChg>
      <pc:sldChg chg="modSp">
        <pc:chgData name="Sunkad, Pallavi N (Cognizant)" userId="S::2449502@cognizant.com::533f5448-e633-4083-8e53-02636a10b043" providerId="AD" clId="Web-{C5FBCCEA-E77B-665A-2B76-822046BADE44}" dt="2025-10-05T13:45:12.969" v="2" actId="1076"/>
        <pc:sldMkLst>
          <pc:docMk/>
          <pc:sldMk cId="2551389715" sldId="330"/>
        </pc:sldMkLst>
        <pc:picChg chg="mod">
          <ac:chgData name="Sunkad, Pallavi N (Cognizant)" userId="S::2449502@cognizant.com::533f5448-e633-4083-8e53-02636a10b043" providerId="AD" clId="Web-{C5FBCCEA-E77B-665A-2B76-822046BADE44}" dt="2025-10-05T13:45:12.969" v="2" actId="1076"/>
          <ac:picMkLst>
            <pc:docMk/>
            <pc:sldMk cId="2551389715" sldId="330"/>
            <ac:picMk id="4" creationId="{673D3D14-6E41-1180-7424-7AA1AA80F1FB}"/>
          </ac:picMkLst>
        </pc:picChg>
      </pc:sldChg>
    </pc:docChg>
  </pc:docChgLst>
  <pc:docChgLst>
    <pc:chgData name="Santhamurthy, Ananthi (Cognizant)" userId="S::2449628@cognizant.com::88ebc996-8831-4387-a189-811c5243c42c" providerId="AD" clId="Web-{18C545C8-3FEF-5ED0-4C72-CEB867335067}"/>
    <pc:docChg chg="delSld">
      <pc:chgData name="Santhamurthy, Ananthi (Cognizant)" userId="S::2449628@cognizant.com::88ebc996-8831-4387-a189-811c5243c42c" providerId="AD" clId="Web-{18C545C8-3FEF-5ED0-4C72-CEB867335067}" dt="2025-10-08T17:09:19.864" v="0"/>
      <pc:docMkLst>
        <pc:docMk/>
      </pc:docMkLst>
    </pc:docChg>
  </pc:docChgLst>
  <pc:docChgLst>
    <pc:chgData name="Sengupta, Sayor (Cognizant)" userId="S::2449521@cognizant.com::50fe1fb2-ea69-4fc5-aa6d-d8b28ebd20f7" providerId="AD" clId="Web-{29F7B5EC-A6BC-8928-BD3F-480A0A24F3FA}"/>
    <pc:docChg chg="delSld">
      <pc:chgData name="Sengupta, Sayor (Cognizant)" userId="S::2449521@cognizant.com::50fe1fb2-ea69-4fc5-aa6d-d8b28ebd20f7" providerId="AD" clId="Web-{29F7B5EC-A6BC-8928-BD3F-480A0A24F3FA}" dt="2025-10-12T14:49:11.453" v="0"/>
      <pc:docMkLst>
        <pc:docMk/>
      </pc:docMkLst>
      <pc:sldChg chg="del">
        <pc:chgData name="Sengupta, Sayor (Cognizant)" userId="S::2449521@cognizant.com::50fe1fb2-ea69-4fc5-aa6d-d8b28ebd20f7" providerId="AD" clId="Web-{29F7B5EC-A6BC-8928-BD3F-480A0A24F3FA}" dt="2025-10-12T14:49:11.453" v="0"/>
        <pc:sldMkLst>
          <pc:docMk/>
          <pc:sldMk cId="4292049732" sldId="273"/>
        </pc:sldMkLst>
      </pc:sldChg>
    </pc:docChg>
  </pc:docChgLst>
  <pc:docChgLst>
    <pc:chgData name="Babar, Maheshwari Popat (Cognizant)" userId="S::2449629@cognizant.com::04e8f2b5-d971-40cd-a125-a432ac1b2b26" providerId="AD" clId="Web-{0A191342-C214-53FE-3782-BA9AE89BF19A}"/>
    <pc:docChg chg="addSld delSld">
      <pc:chgData name="Babar, Maheshwari Popat (Cognizant)" userId="S::2449629@cognizant.com::04e8f2b5-d971-40cd-a125-a432ac1b2b26" providerId="AD" clId="Web-{0A191342-C214-53FE-3782-BA9AE89BF19A}" dt="2025-10-02T13:53:46.296" v="5"/>
      <pc:docMkLst>
        <pc:docMk/>
      </pc:docMkLst>
    </pc:docChg>
  </pc:docChgLst>
  <pc:docChgLst>
    <pc:chgData name="Panda, Sthiti Pragyan (Cognizant)" userId="S::2449579@cognizant.com::7fe21bbc-1712-4300-8dda-957e44ba130c" providerId="AD" clId="Web-{0D2BA52F-1834-C7E6-3C15-445DCD83A7D8}"/>
    <pc:docChg chg="modSld">
      <pc:chgData name="Panda, Sthiti Pragyan (Cognizant)" userId="S::2449579@cognizant.com::7fe21bbc-1712-4300-8dda-957e44ba130c" providerId="AD" clId="Web-{0D2BA52F-1834-C7E6-3C15-445DCD83A7D8}" dt="2025-10-01T08:29:24.850" v="0" actId="1076"/>
      <pc:docMkLst>
        <pc:docMk/>
      </pc:docMkLst>
      <pc:sldChg chg="modSp">
        <pc:chgData name="Panda, Sthiti Pragyan (Cognizant)" userId="S::2449579@cognizant.com::7fe21bbc-1712-4300-8dda-957e44ba130c" providerId="AD" clId="Web-{0D2BA52F-1834-C7E6-3C15-445DCD83A7D8}" dt="2025-10-01T08:29:24.850" v="0" actId="1076"/>
        <pc:sldMkLst>
          <pc:docMk/>
          <pc:sldMk cId="935843662" sldId="277"/>
        </pc:sldMkLst>
        <pc:picChg chg="mod">
          <ac:chgData name="Panda, Sthiti Pragyan (Cognizant)" userId="S::2449579@cognizant.com::7fe21bbc-1712-4300-8dda-957e44ba130c" providerId="AD" clId="Web-{0D2BA52F-1834-C7E6-3C15-445DCD83A7D8}" dt="2025-10-01T08:29:24.850" v="0" actId="1076"/>
          <ac:picMkLst>
            <pc:docMk/>
            <pc:sldMk cId="935843662" sldId="277"/>
            <ac:picMk id="4100" creationId="{789CC8AB-16F6-EAB0-44BF-7A6B16DF8FD9}"/>
          </ac:picMkLst>
        </pc:picChg>
      </pc:sldChg>
    </pc:docChg>
  </pc:docChgLst>
  <pc:docChgLst>
    <pc:chgData name="Sunkad, Pallavi N (Cognizant)" userId="S::2449502@cognizant.com::533f5448-e633-4083-8e53-02636a10b043" providerId="AD" clId="Web-{9F3690D0-727E-7D95-AD3E-E0727B92887F}"/>
    <pc:docChg chg="modSld">
      <pc:chgData name="Sunkad, Pallavi N (Cognizant)" userId="S::2449502@cognizant.com::533f5448-e633-4083-8e53-02636a10b043" providerId="AD" clId="Web-{9F3690D0-727E-7D95-AD3E-E0727B92887F}" dt="2025-10-08T15:35:28.706" v="0" actId="1076"/>
      <pc:docMkLst>
        <pc:docMk/>
      </pc:docMkLst>
      <pc:sldChg chg="modSp">
        <pc:chgData name="Sunkad, Pallavi N (Cognizant)" userId="S::2449502@cognizant.com::533f5448-e633-4083-8e53-02636a10b043" providerId="AD" clId="Web-{9F3690D0-727E-7D95-AD3E-E0727B92887F}" dt="2025-10-08T15:35:28.706" v="0" actId="1076"/>
        <pc:sldMkLst>
          <pc:docMk/>
          <pc:sldMk cId="4026178358" sldId="401"/>
        </pc:sldMkLst>
        <pc:picChg chg="mod">
          <ac:chgData name="Sunkad, Pallavi N (Cognizant)" userId="S::2449502@cognizant.com::533f5448-e633-4083-8e53-02636a10b043" providerId="AD" clId="Web-{9F3690D0-727E-7D95-AD3E-E0727B92887F}" dt="2025-10-08T15:35:28.706" v="0" actId="1076"/>
          <ac:picMkLst>
            <pc:docMk/>
            <pc:sldMk cId="4026178358" sldId="401"/>
            <ac:picMk id="4" creationId="{324FEDBC-4CC0-6B40-E90D-54E24E1FDEC9}"/>
          </ac:picMkLst>
        </pc:picChg>
      </pc:sldChg>
    </pc:docChg>
  </pc:docChgLst>
  <pc:docChgLst>
    <pc:chgData name="Dharani Tripura, Bondada Veera Venkata (Cognizant)" userId="S::2449599@cognizant.com::54ae252e-9820-4a9c-96e5-6c94e5507563" providerId="AD" clId="Web-{2CCB4C69-EF35-71C2-8D0A-F9E48ED38BD9}"/>
    <pc:docChg chg="delSld modSld">
      <pc:chgData name="Dharani Tripura, Bondada Veera Venkata (Cognizant)" userId="S::2449599@cognizant.com::54ae252e-9820-4a9c-96e5-6c94e5507563" providerId="AD" clId="Web-{2CCB4C69-EF35-71C2-8D0A-F9E48ED38BD9}" dt="2025-10-12T17:25:26.661" v="3"/>
      <pc:docMkLst>
        <pc:docMk/>
      </pc:docMkLst>
      <pc:sldChg chg="modSp">
        <pc:chgData name="Dharani Tripura, Bondada Veera Venkata (Cognizant)" userId="S::2449599@cognizant.com::54ae252e-9820-4a9c-96e5-6c94e5507563" providerId="AD" clId="Web-{2CCB4C69-EF35-71C2-8D0A-F9E48ED38BD9}" dt="2025-10-12T17:13:03.402" v="1" actId="1076"/>
        <pc:sldMkLst>
          <pc:docMk/>
          <pc:sldMk cId="2565005337" sldId="279"/>
        </pc:sldMkLst>
        <pc:picChg chg="mod">
          <ac:chgData name="Dharani Tripura, Bondada Veera Venkata (Cognizant)" userId="S::2449599@cognizant.com::54ae252e-9820-4a9c-96e5-6c94e5507563" providerId="AD" clId="Web-{2CCB4C69-EF35-71C2-8D0A-F9E48ED38BD9}" dt="2025-10-12T17:13:03.402" v="1" actId="1076"/>
          <ac:picMkLst>
            <pc:docMk/>
            <pc:sldMk cId="2565005337" sldId="279"/>
            <ac:picMk id="3074" creationId="{16EB6F46-7C85-558F-5D89-B2BD651A74FA}"/>
          </ac:picMkLst>
        </pc:picChg>
      </pc:sldChg>
      <pc:sldChg chg="modSp">
        <pc:chgData name="Dharani Tripura, Bondada Veera Venkata (Cognizant)" userId="S::2449599@cognizant.com::54ae252e-9820-4a9c-96e5-6c94e5507563" providerId="AD" clId="Web-{2CCB4C69-EF35-71C2-8D0A-F9E48ED38BD9}" dt="2025-10-12T17:24:39.238" v="2" actId="1076"/>
        <pc:sldMkLst>
          <pc:docMk/>
          <pc:sldMk cId="2806254445" sldId="287"/>
        </pc:sldMkLst>
        <pc:picChg chg="mod">
          <ac:chgData name="Dharani Tripura, Bondada Veera Venkata (Cognizant)" userId="S::2449599@cognizant.com::54ae252e-9820-4a9c-96e5-6c94e5507563" providerId="AD" clId="Web-{2CCB4C69-EF35-71C2-8D0A-F9E48ED38BD9}" dt="2025-10-12T17:24:39.238" v="2" actId="1076"/>
          <ac:picMkLst>
            <pc:docMk/>
            <pc:sldMk cId="2806254445" sldId="287"/>
            <ac:picMk id="4098" creationId="{55D2328D-D9B3-207B-AA00-EA13E2689BE6}"/>
          </ac:picMkLst>
        </pc:picChg>
      </pc:sldChg>
      <pc:sldChg chg="del">
        <pc:chgData name="Dharani Tripura, Bondada Veera Venkata (Cognizant)" userId="S::2449599@cognizant.com::54ae252e-9820-4a9c-96e5-6c94e5507563" providerId="AD" clId="Web-{2CCB4C69-EF35-71C2-8D0A-F9E48ED38BD9}" dt="2025-10-12T17:25:26.661" v="3"/>
        <pc:sldMkLst>
          <pc:docMk/>
          <pc:sldMk cId="2799895241" sldId="296"/>
        </pc:sldMkLst>
      </pc:sldChg>
    </pc:docChg>
  </pc:docChgLst>
  <pc:docChgLst>
    <pc:chgData name="Panda, Sthiti Pragyan (Cognizant)" userId="S::2449579@cognizant.com::7fe21bbc-1712-4300-8dda-957e44ba130c" providerId="AD" clId="Web-{1406FBBD-8D28-73B4-0FA0-E5A727594536}"/>
    <pc:docChg chg="modSld">
      <pc:chgData name="Panda, Sthiti Pragyan (Cognizant)" userId="S::2449579@cognizant.com::7fe21bbc-1712-4300-8dda-957e44ba130c" providerId="AD" clId="Web-{1406FBBD-8D28-73B4-0FA0-E5A727594536}" dt="2025-10-05T15:18:26.916" v="13" actId="1076"/>
      <pc:docMkLst>
        <pc:docMk/>
      </pc:docMkLst>
      <pc:sldChg chg="modSp">
        <pc:chgData name="Panda, Sthiti Pragyan (Cognizant)" userId="S::2449579@cognizant.com::7fe21bbc-1712-4300-8dda-957e44ba130c" providerId="AD" clId="Web-{1406FBBD-8D28-73B4-0FA0-E5A727594536}" dt="2025-10-05T14:30:33.812" v="1" actId="1076"/>
        <pc:sldMkLst>
          <pc:docMk/>
          <pc:sldMk cId="62269983" sldId="346"/>
        </pc:sldMkLst>
        <pc:spChg chg="mod">
          <ac:chgData name="Panda, Sthiti Pragyan (Cognizant)" userId="S::2449579@cognizant.com::7fe21bbc-1712-4300-8dda-957e44ba130c" providerId="AD" clId="Web-{1406FBBD-8D28-73B4-0FA0-E5A727594536}" dt="2025-10-05T14:30:28.234" v="0" actId="1076"/>
          <ac:spMkLst>
            <pc:docMk/>
            <pc:sldMk cId="62269983" sldId="346"/>
            <ac:spMk id="2" creationId="{551CD773-A6B4-493C-104B-A23280D4BDAD}"/>
          </ac:spMkLst>
        </pc:spChg>
        <pc:spChg chg="mod">
          <ac:chgData name="Panda, Sthiti Pragyan (Cognizant)" userId="S::2449579@cognizant.com::7fe21bbc-1712-4300-8dda-957e44ba130c" providerId="AD" clId="Web-{1406FBBD-8D28-73B4-0FA0-E5A727594536}" dt="2025-10-05T14:30:33.812" v="1" actId="1076"/>
          <ac:spMkLst>
            <pc:docMk/>
            <pc:sldMk cId="62269983" sldId="346"/>
            <ac:spMk id="3" creationId="{69F62F04-FAB6-D3B3-6E4F-B8088130F6AD}"/>
          </ac:spMkLst>
        </pc:spChg>
      </pc:sldChg>
      <pc:sldChg chg="modSp">
        <pc:chgData name="Panda, Sthiti Pragyan (Cognizant)" userId="S::2449579@cognizant.com::7fe21bbc-1712-4300-8dda-957e44ba130c" providerId="AD" clId="Web-{1406FBBD-8D28-73B4-0FA0-E5A727594536}" dt="2025-10-05T14:50:15.370" v="11" actId="1076"/>
        <pc:sldMkLst>
          <pc:docMk/>
          <pc:sldMk cId="1726970975" sldId="348"/>
        </pc:sldMkLst>
        <pc:spChg chg="mod">
          <ac:chgData name="Panda, Sthiti Pragyan (Cognizant)" userId="S::2449579@cognizant.com::7fe21bbc-1712-4300-8dda-957e44ba130c" providerId="AD" clId="Web-{1406FBBD-8D28-73B4-0FA0-E5A727594536}" dt="2025-10-05T14:49:58.370" v="8" actId="1076"/>
          <ac:spMkLst>
            <pc:docMk/>
            <pc:sldMk cId="1726970975" sldId="348"/>
            <ac:spMk id="2" creationId="{5F329B27-3142-2564-EEAE-B76CF118805F}"/>
          </ac:spMkLst>
        </pc:spChg>
        <pc:spChg chg="mod">
          <ac:chgData name="Panda, Sthiti Pragyan (Cognizant)" userId="S::2449579@cognizant.com::7fe21bbc-1712-4300-8dda-957e44ba130c" providerId="AD" clId="Web-{1406FBBD-8D28-73B4-0FA0-E5A727594536}" dt="2025-10-05T14:50:02.667" v="9" actId="1076"/>
          <ac:spMkLst>
            <pc:docMk/>
            <pc:sldMk cId="1726970975" sldId="348"/>
            <ac:spMk id="3" creationId="{04F826D0-E27C-5DBC-5F0C-4F7DB651F3F8}"/>
          </ac:spMkLst>
        </pc:spChg>
        <pc:picChg chg="mod">
          <ac:chgData name="Panda, Sthiti Pragyan (Cognizant)" userId="S::2449579@cognizant.com::7fe21bbc-1712-4300-8dda-957e44ba130c" providerId="AD" clId="Web-{1406FBBD-8D28-73B4-0FA0-E5A727594536}" dt="2025-10-05T14:50:15.370" v="11" actId="1076"/>
          <ac:picMkLst>
            <pc:docMk/>
            <pc:sldMk cId="1726970975" sldId="348"/>
            <ac:picMk id="1026" creationId="{ADA91942-C72D-FF77-FE39-A21D94A7248B}"/>
          </ac:picMkLst>
        </pc:picChg>
      </pc:sldChg>
      <pc:sldChg chg="modSp">
        <pc:chgData name="Panda, Sthiti Pragyan (Cognizant)" userId="S::2449579@cognizant.com::7fe21bbc-1712-4300-8dda-957e44ba130c" providerId="AD" clId="Web-{1406FBBD-8D28-73B4-0FA0-E5A727594536}" dt="2025-10-05T14:31:23.922" v="7" actId="1076"/>
        <pc:sldMkLst>
          <pc:docMk/>
          <pc:sldMk cId="2988956869" sldId="352"/>
        </pc:sldMkLst>
        <pc:picChg chg="mod">
          <ac:chgData name="Panda, Sthiti Pragyan (Cognizant)" userId="S::2449579@cognizant.com::7fe21bbc-1712-4300-8dda-957e44ba130c" providerId="AD" clId="Web-{1406FBBD-8D28-73B4-0FA0-E5A727594536}" dt="2025-10-05T14:31:23.922" v="7" actId="1076"/>
          <ac:picMkLst>
            <pc:docMk/>
            <pc:sldMk cId="2988956869" sldId="352"/>
            <ac:picMk id="4" creationId="{70502515-1B7E-DE8C-9776-25DA0B65ADE1}"/>
          </ac:picMkLst>
        </pc:picChg>
      </pc:sldChg>
      <pc:sldChg chg="modSp">
        <pc:chgData name="Panda, Sthiti Pragyan (Cognizant)" userId="S::2449579@cognizant.com::7fe21bbc-1712-4300-8dda-957e44ba130c" providerId="AD" clId="Web-{1406FBBD-8D28-73B4-0FA0-E5A727594536}" dt="2025-10-05T15:18:26.916" v="13" actId="1076"/>
        <pc:sldMkLst>
          <pc:docMk/>
          <pc:sldMk cId="1364378106" sldId="358"/>
        </pc:sldMkLst>
        <pc:spChg chg="mod">
          <ac:chgData name="Panda, Sthiti Pragyan (Cognizant)" userId="S::2449579@cognizant.com::7fe21bbc-1712-4300-8dda-957e44ba130c" providerId="AD" clId="Web-{1406FBBD-8D28-73B4-0FA0-E5A727594536}" dt="2025-10-05T15:18:18.979" v="12" actId="1076"/>
          <ac:spMkLst>
            <pc:docMk/>
            <pc:sldMk cId="1364378106" sldId="358"/>
            <ac:spMk id="2" creationId="{2F4EE7E1-EC37-595F-FEE6-4B838CF89EC4}"/>
          </ac:spMkLst>
        </pc:spChg>
        <pc:spChg chg="mod">
          <ac:chgData name="Panda, Sthiti Pragyan (Cognizant)" userId="S::2449579@cognizant.com::7fe21bbc-1712-4300-8dda-957e44ba130c" providerId="AD" clId="Web-{1406FBBD-8D28-73B4-0FA0-E5A727594536}" dt="2025-10-05T15:18:26.916" v="13" actId="1076"/>
          <ac:spMkLst>
            <pc:docMk/>
            <pc:sldMk cId="1364378106" sldId="358"/>
            <ac:spMk id="3" creationId="{4DCEA2E9-095D-1934-3179-FB0A4FD26426}"/>
          </ac:spMkLst>
        </pc:spChg>
      </pc:sldChg>
    </pc:docChg>
  </pc:docChgLst>
  <pc:docChgLst>
    <pc:chgData name="Selvaraj, Abaya (Cognizant)" userId="S::2449688@cognizant.com::c3295fab-e00e-4e59-a1fc-ea2e73a8609e" providerId="AD" clId="Web-{2F4A99D9-2095-1141-DB00-4ACCD157B6A5}"/>
    <pc:docChg chg="modSld">
      <pc:chgData name="Selvaraj, Abaya (Cognizant)" userId="S::2449688@cognizant.com::c3295fab-e00e-4e59-a1fc-ea2e73a8609e" providerId="AD" clId="Web-{2F4A99D9-2095-1141-DB00-4ACCD157B6A5}" dt="2025-10-10T04:42:56.176" v="1" actId="20577"/>
      <pc:docMkLst>
        <pc:docMk/>
      </pc:docMkLst>
      <pc:sldChg chg="modSp">
        <pc:chgData name="Selvaraj, Abaya (Cognizant)" userId="S::2449688@cognizant.com::c3295fab-e00e-4e59-a1fc-ea2e73a8609e" providerId="AD" clId="Web-{2F4A99D9-2095-1141-DB00-4ACCD157B6A5}" dt="2025-10-10T04:42:56.176" v="1" actId="20577"/>
        <pc:sldMkLst>
          <pc:docMk/>
          <pc:sldMk cId="2145685786" sldId="342"/>
        </pc:sldMkLst>
        <pc:spChg chg="mod">
          <ac:chgData name="Selvaraj, Abaya (Cognizant)" userId="S::2449688@cognizant.com::c3295fab-e00e-4e59-a1fc-ea2e73a8609e" providerId="AD" clId="Web-{2F4A99D9-2095-1141-DB00-4ACCD157B6A5}" dt="2025-10-10T04:42:56.176" v="1" actId="20577"/>
          <ac:spMkLst>
            <pc:docMk/>
            <pc:sldMk cId="2145685786" sldId="342"/>
            <ac:spMk id="2" creationId="{41803B01-7D0E-0BBB-BCFF-EB128C87DE69}"/>
          </ac:spMkLst>
        </pc:spChg>
      </pc:sldChg>
    </pc:docChg>
  </pc:docChgLst>
  <pc:docChgLst>
    <pc:chgData name="Rout, Ankita Priyadarshini (Cognizant)" userId="S::2449738@cognizant.com::2df2ca45-3069-4a22-908c-248888bd7768" providerId="AD" clId="Web-{1C299A86-B5AE-59C8-2F22-A1D501D07365}"/>
    <pc:docChg chg="delSld modSld">
      <pc:chgData name="Rout, Ankita Priyadarshini (Cognizant)" userId="S::2449738@cognizant.com::2df2ca45-3069-4a22-908c-248888bd7768" providerId="AD" clId="Web-{1C299A86-B5AE-59C8-2F22-A1D501D07365}" dt="2025-10-12T03:59:38.465" v="36"/>
      <pc:docMkLst>
        <pc:docMk/>
      </pc:docMkLst>
      <pc:sldChg chg="del">
        <pc:chgData name="Rout, Ankita Priyadarshini (Cognizant)" userId="S::2449738@cognizant.com::2df2ca45-3069-4a22-908c-248888bd7768" providerId="AD" clId="Web-{1C299A86-B5AE-59C8-2F22-A1D501D07365}" dt="2025-10-12T03:59:38.465" v="36"/>
        <pc:sldMkLst>
          <pc:docMk/>
          <pc:sldMk cId="3340895591" sldId="412"/>
        </pc:sldMkLst>
      </pc:sldChg>
      <pc:sldChg chg="modSp">
        <pc:chgData name="Rout, Ankita Priyadarshini (Cognizant)" userId="S::2449738@cognizant.com::2df2ca45-3069-4a22-908c-248888bd7768" providerId="AD" clId="Web-{1C299A86-B5AE-59C8-2F22-A1D501D07365}" dt="2025-10-12T01:51:09.323" v="35" actId="20577"/>
        <pc:sldMkLst>
          <pc:docMk/>
          <pc:sldMk cId="2569487380" sldId="431"/>
        </pc:sldMkLst>
        <pc:spChg chg="mod">
          <ac:chgData name="Rout, Ankita Priyadarshini (Cognizant)" userId="S::2449738@cognizant.com::2df2ca45-3069-4a22-908c-248888bd7768" providerId="AD" clId="Web-{1C299A86-B5AE-59C8-2F22-A1D501D07365}" dt="2025-10-12T01:51:09.323" v="35" actId="20577"/>
          <ac:spMkLst>
            <pc:docMk/>
            <pc:sldMk cId="2569487380" sldId="431"/>
            <ac:spMk id="3" creationId="{AC27DE4A-7FFD-0B5E-3E50-FC05221A0C02}"/>
          </ac:spMkLst>
        </pc:spChg>
      </pc:sldChg>
    </pc:docChg>
  </pc:docChgLst>
  <pc:docChgLst>
    <pc:chgData name="Siva Gangabhavani, Yalla (Cognizant)" userId="S::2449730@cognizant.com::cdb790f6-e585-417a-8158-ab84db041a00" providerId="AD" clId="Web-{289803F1-BEDA-A986-7903-7ED297BC6B70}"/>
    <pc:docChg chg="modSld">
      <pc:chgData name="Siva Gangabhavani, Yalla (Cognizant)" userId="S::2449730@cognizant.com::cdb790f6-e585-417a-8158-ab84db041a00" providerId="AD" clId="Web-{289803F1-BEDA-A986-7903-7ED297BC6B70}" dt="2025-10-13T10:31:18.496" v="1" actId="1076"/>
      <pc:docMkLst>
        <pc:docMk/>
      </pc:docMkLst>
      <pc:sldChg chg="modSp">
        <pc:chgData name="Siva Gangabhavani, Yalla (Cognizant)" userId="S::2449730@cognizant.com::cdb790f6-e585-417a-8158-ab84db041a00" providerId="AD" clId="Web-{289803F1-BEDA-A986-7903-7ED297BC6B70}" dt="2025-10-13T10:31:18.496" v="1" actId="1076"/>
        <pc:sldMkLst>
          <pc:docMk/>
          <pc:sldMk cId="2901164042" sldId="351"/>
        </pc:sldMkLst>
        <pc:picChg chg="mod">
          <ac:chgData name="Siva Gangabhavani, Yalla (Cognizant)" userId="S::2449730@cognizant.com::cdb790f6-e585-417a-8158-ab84db041a00" providerId="AD" clId="Web-{289803F1-BEDA-A986-7903-7ED297BC6B70}" dt="2025-10-13T10:31:18.496" v="1" actId="1076"/>
          <ac:picMkLst>
            <pc:docMk/>
            <pc:sldMk cId="2901164042" sldId="351"/>
            <ac:picMk id="4" creationId="{39DB4067-0235-5766-A6A5-7067FDB45A9E}"/>
          </ac:picMkLst>
        </pc:picChg>
      </pc:sldChg>
    </pc:docChg>
  </pc:docChgLst>
  <pc:docChgLst>
    <pc:chgData name="Kumar, Koushal (Cognizant)" userId="S::2449740@cognizant.com::a2d92ea6-faec-4d56-aa17-1b872a46864f" providerId="AD" clId="Web-{035DF685-CC1C-7716-E31A-C6817F3ED9D7}"/>
    <pc:docChg chg="modSld">
      <pc:chgData name="Kumar, Koushal (Cognizant)" userId="S::2449740@cognizant.com::a2d92ea6-faec-4d56-aa17-1b872a46864f" providerId="AD" clId="Web-{035DF685-CC1C-7716-E31A-C6817F3ED9D7}" dt="2025-10-08T17:17:32.956" v="6" actId="1076"/>
      <pc:docMkLst>
        <pc:docMk/>
      </pc:docMkLst>
      <pc:sldChg chg="modSp">
        <pc:chgData name="Kumar, Koushal (Cognizant)" userId="S::2449740@cognizant.com::a2d92ea6-faec-4d56-aa17-1b872a46864f" providerId="AD" clId="Web-{035DF685-CC1C-7716-E31A-C6817F3ED9D7}" dt="2025-10-08T17:07:55.726" v="4" actId="1076"/>
        <pc:sldMkLst>
          <pc:docMk/>
          <pc:sldMk cId="2101351037" sldId="272"/>
        </pc:sldMkLst>
        <pc:picChg chg="mod">
          <ac:chgData name="Kumar, Koushal (Cognizant)" userId="S::2449740@cognizant.com::a2d92ea6-faec-4d56-aa17-1b872a46864f" providerId="AD" clId="Web-{035DF685-CC1C-7716-E31A-C6817F3ED9D7}" dt="2025-10-08T17:07:55.726" v="4" actId="1076"/>
          <ac:picMkLst>
            <pc:docMk/>
            <pc:sldMk cId="2101351037" sldId="272"/>
            <ac:picMk id="1026" creationId="{FCBCB44E-FF68-2EAB-0DE0-6C1C9A7408DE}"/>
          </ac:picMkLst>
        </pc:picChg>
      </pc:sldChg>
      <pc:sldChg chg="modSp">
        <pc:chgData name="Kumar, Koushal (Cognizant)" userId="S::2449740@cognizant.com::a2d92ea6-faec-4d56-aa17-1b872a46864f" providerId="AD" clId="Web-{035DF685-CC1C-7716-E31A-C6817F3ED9D7}" dt="2025-10-08T17:17:32.956" v="6" actId="1076"/>
        <pc:sldMkLst>
          <pc:docMk/>
          <pc:sldMk cId="1552378980" sldId="323"/>
        </pc:sldMkLst>
        <pc:picChg chg="mod">
          <ac:chgData name="Kumar, Koushal (Cognizant)" userId="S::2449740@cognizant.com::a2d92ea6-faec-4d56-aa17-1b872a46864f" providerId="AD" clId="Web-{035DF685-CC1C-7716-E31A-C6817F3ED9D7}" dt="2025-10-08T17:17:32.956" v="6" actId="1076"/>
          <ac:picMkLst>
            <pc:docMk/>
            <pc:sldMk cId="1552378980" sldId="323"/>
            <ac:picMk id="4" creationId="{D6044C19-6893-B64E-FEA8-5D175FF51F7E}"/>
          </ac:picMkLst>
        </pc:picChg>
      </pc:sldChg>
    </pc:docChg>
  </pc:docChgLst>
  <pc:docChgLst>
    <pc:chgData name="Ghosh, Shrestha (Cognizant)" userId="S::2449678@cognizant.com::6f9ae634-10ca-4643-b102-2d973fdf3912" providerId="AD" clId="Web-{AD8DF5EA-FD29-C80E-1061-8CF70A41D65F}"/>
    <pc:docChg chg="sldOrd">
      <pc:chgData name="Ghosh, Shrestha (Cognizant)" userId="S::2449678@cognizant.com::6f9ae634-10ca-4643-b102-2d973fdf3912" providerId="AD" clId="Web-{AD8DF5EA-FD29-C80E-1061-8CF70A41D65F}" dt="2025-10-09T04:31:30.711" v="0"/>
      <pc:docMkLst>
        <pc:docMk/>
      </pc:docMkLst>
      <pc:sldChg chg="ord">
        <pc:chgData name="Ghosh, Shrestha (Cognizant)" userId="S::2449678@cognizant.com::6f9ae634-10ca-4643-b102-2d973fdf3912" providerId="AD" clId="Web-{AD8DF5EA-FD29-C80E-1061-8CF70A41D65F}" dt="2025-10-09T04:31:30.711" v="0"/>
        <pc:sldMkLst>
          <pc:docMk/>
          <pc:sldMk cId="2620894133" sldId="267"/>
        </pc:sldMkLst>
      </pc:sldChg>
    </pc:docChg>
  </pc:docChgLst>
  <pc:docChgLst>
    <pc:chgData name="Babar, Maheshwari Popat (Cognizant)" userId="S::2449629@cognizant.com::04e8f2b5-d971-40cd-a125-a432ac1b2b26" providerId="AD" clId="Web-{15814241-BF2F-E398-FD33-7437420C0905}"/>
    <pc:docChg chg="modSld">
      <pc:chgData name="Babar, Maheshwari Popat (Cognizant)" userId="S::2449629@cognizant.com::04e8f2b5-d971-40cd-a125-a432ac1b2b26" providerId="AD" clId="Web-{15814241-BF2F-E398-FD33-7437420C0905}" dt="2025-10-02T15:01:54.691" v="0" actId="1076"/>
      <pc:docMkLst>
        <pc:docMk/>
      </pc:docMkLst>
      <pc:sldChg chg="modSp">
        <pc:chgData name="Babar, Maheshwari Popat (Cognizant)" userId="S::2449629@cognizant.com::04e8f2b5-d971-40cd-a125-a432ac1b2b26" providerId="AD" clId="Web-{15814241-BF2F-E398-FD33-7437420C0905}" dt="2025-10-02T15:01:54.691" v="0" actId="1076"/>
        <pc:sldMkLst>
          <pc:docMk/>
          <pc:sldMk cId="2762940411" sldId="274"/>
        </pc:sldMkLst>
        <pc:picChg chg="mod">
          <ac:chgData name="Babar, Maheshwari Popat (Cognizant)" userId="S::2449629@cognizant.com::04e8f2b5-d971-40cd-a125-a432ac1b2b26" providerId="AD" clId="Web-{15814241-BF2F-E398-FD33-7437420C0905}" dt="2025-10-02T15:01:54.691" v="0" actId="1076"/>
          <ac:picMkLst>
            <pc:docMk/>
            <pc:sldMk cId="2762940411" sldId="274"/>
            <ac:picMk id="6146" creationId="{1D7A799A-F610-9FE1-0B88-C8DB294384C5}"/>
          </ac:picMkLst>
        </pc:picChg>
      </pc:sldChg>
    </pc:docChg>
  </pc:docChgLst>
  <pc:docChgLst>
    <pc:chgData name="Sushma Sri, Parimi (Cognizant)" userId="S::2449506@cognizant.com::465fef41-045c-4c11-a534-14c07cc6bdc2" providerId="AD" clId="Web-{7B85E84A-85E7-2647-78AC-2D955A010995}"/>
    <pc:docChg chg="delSld">
      <pc:chgData name="Sushma Sri, Parimi (Cognizant)" userId="S::2449506@cognizant.com::465fef41-045c-4c11-a534-14c07cc6bdc2" providerId="AD" clId="Web-{7B85E84A-85E7-2647-78AC-2D955A010995}" dt="2025-10-08T17:06:53.352" v="0"/>
      <pc:docMkLst>
        <pc:docMk/>
      </pc:docMkLst>
    </pc:docChg>
  </pc:docChgLst>
  <pc:docChgLst>
    <pc:chgData name="Santhamurthy, Ananthi (Cognizant)" userId="S::2449628@cognizant.com::88ebc996-8831-4387-a189-811c5243c42c" providerId="AD" clId="Web-{2DEAB870-D2CA-4C8D-1346-AC8633303B21}"/>
    <pc:docChg chg="modSld">
      <pc:chgData name="Santhamurthy, Ananthi (Cognizant)" userId="S::2449628@cognizant.com::88ebc996-8831-4387-a189-811c5243c42c" providerId="AD" clId="Web-{2DEAB870-D2CA-4C8D-1346-AC8633303B21}" dt="2025-10-13T04:40:02.101" v="1" actId="1076"/>
      <pc:docMkLst>
        <pc:docMk/>
      </pc:docMkLst>
      <pc:sldChg chg="modSp">
        <pc:chgData name="Santhamurthy, Ananthi (Cognizant)" userId="S::2449628@cognizant.com::88ebc996-8831-4387-a189-811c5243c42c" providerId="AD" clId="Web-{2DEAB870-D2CA-4C8D-1346-AC8633303B21}" dt="2025-10-13T04:33:01.262" v="0" actId="1076"/>
        <pc:sldMkLst>
          <pc:docMk/>
          <pc:sldMk cId="2544375632" sldId="341"/>
        </pc:sldMkLst>
        <pc:picChg chg="mod">
          <ac:chgData name="Santhamurthy, Ananthi (Cognizant)" userId="S::2449628@cognizant.com::88ebc996-8831-4387-a189-811c5243c42c" providerId="AD" clId="Web-{2DEAB870-D2CA-4C8D-1346-AC8633303B21}" dt="2025-10-13T04:33:01.262" v="0" actId="1076"/>
          <ac:picMkLst>
            <pc:docMk/>
            <pc:sldMk cId="2544375632" sldId="341"/>
            <ac:picMk id="4" creationId="{EE0B4649-0DFB-4164-8795-80CDD14DBA18}"/>
          </ac:picMkLst>
        </pc:picChg>
      </pc:sldChg>
      <pc:sldChg chg="modSp">
        <pc:chgData name="Santhamurthy, Ananthi (Cognizant)" userId="S::2449628@cognizant.com::88ebc996-8831-4387-a189-811c5243c42c" providerId="AD" clId="Web-{2DEAB870-D2CA-4C8D-1346-AC8633303B21}" dt="2025-10-13T04:40:02.101" v="1" actId="1076"/>
        <pc:sldMkLst>
          <pc:docMk/>
          <pc:sldMk cId="3597956517" sldId="345"/>
        </pc:sldMkLst>
        <pc:picChg chg="mod">
          <ac:chgData name="Santhamurthy, Ananthi (Cognizant)" userId="S::2449628@cognizant.com::88ebc996-8831-4387-a189-811c5243c42c" providerId="AD" clId="Web-{2DEAB870-D2CA-4C8D-1346-AC8633303B21}" dt="2025-10-13T04:40:02.101" v="1" actId="1076"/>
          <ac:picMkLst>
            <pc:docMk/>
            <pc:sldMk cId="3597956517" sldId="345"/>
            <ac:picMk id="4" creationId="{0B5BA21E-2E60-65DC-D4E0-9891D1EE2ED6}"/>
          </ac:picMkLst>
        </pc:picChg>
      </pc:sldChg>
    </pc:docChg>
  </pc:docChgLst>
  <pc:docChgLst>
    <pc:chgData name="S, Rajendra Kumar (Contractor)" userId="56d71585-75d4-484c-b8af-e7b48ede83b8" providerId="ADAL" clId="{EC66267B-701E-41A9-98F0-06003D4ABF69}"/>
    <pc:docChg chg="undo custSel addSld modSld sldOrd modMainMaster">
      <pc:chgData name="S, Rajendra Kumar (Contractor)" userId="56d71585-75d4-484c-b8af-e7b48ede83b8" providerId="ADAL" clId="{EC66267B-701E-41A9-98F0-06003D4ABF69}" dt="2025-10-07T14:35:57.790" v="1411" actId="6549"/>
      <pc:docMkLst>
        <pc:docMk/>
      </pc:docMkLst>
      <pc:sldChg chg="modSp">
        <pc:chgData name="S, Rajendra Kumar (Contractor)" userId="56d71585-75d4-484c-b8af-e7b48ede83b8" providerId="ADAL" clId="{EC66267B-701E-41A9-98F0-06003D4ABF69}" dt="2025-10-01T07:49:06.961" v="1389"/>
        <pc:sldMkLst>
          <pc:docMk/>
          <pc:sldMk cId="3303304026" sldId="257"/>
        </pc:sldMkLst>
        <pc:spChg chg="mod">
          <ac:chgData name="S, Rajendra Kumar (Contractor)" userId="56d71585-75d4-484c-b8af-e7b48ede83b8" providerId="ADAL" clId="{EC66267B-701E-41A9-98F0-06003D4ABF69}" dt="2025-10-01T07:49:06.961" v="1389"/>
          <ac:spMkLst>
            <pc:docMk/>
            <pc:sldMk cId="3303304026" sldId="257"/>
            <ac:spMk id="2" creationId="{698D9BD9-038F-F59F-41B7-0875BFA12385}"/>
          </ac:spMkLst>
        </pc:spChg>
        <pc:spChg chg="mod">
          <ac:chgData name="S, Rajendra Kumar (Contractor)" userId="56d71585-75d4-484c-b8af-e7b48ede83b8" providerId="ADAL" clId="{EC66267B-701E-41A9-98F0-06003D4ABF69}" dt="2025-10-01T07:49:06.961" v="1389"/>
          <ac:spMkLst>
            <pc:docMk/>
            <pc:sldMk cId="3303304026" sldId="257"/>
            <ac:spMk id="3" creationId="{951FC4F3-C5F3-9539-99A6-BC6C1FD77718}"/>
          </ac:spMkLst>
        </pc:spChg>
      </pc:sldChg>
      <pc:sldChg chg="modSp">
        <pc:chgData name="S, Rajendra Kumar (Contractor)" userId="56d71585-75d4-484c-b8af-e7b48ede83b8" providerId="ADAL" clId="{EC66267B-701E-41A9-98F0-06003D4ABF69}" dt="2025-10-01T07:49:06.961" v="1389"/>
        <pc:sldMkLst>
          <pc:docMk/>
          <pc:sldMk cId="384213000" sldId="258"/>
        </pc:sldMkLst>
        <pc:spChg chg="mod">
          <ac:chgData name="S, Rajendra Kumar (Contractor)" userId="56d71585-75d4-484c-b8af-e7b48ede83b8" providerId="ADAL" clId="{EC66267B-701E-41A9-98F0-06003D4ABF69}" dt="2025-10-01T07:49:06.961" v="1389"/>
          <ac:spMkLst>
            <pc:docMk/>
            <pc:sldMk cId="384213000" sldId="258"/>
            <ac:spMk id="2" creationId="{51F8C4A2-DB3C-FA22-6D34-B9E2996DE395}"/>
          </ac:spMkLst>
        </pc:spChg>
        <pc:spChg chg="mod">
          <ac:chgData name="S, Rajendra Kumar (Contractor)" userId="56d71585-75d4-484c-b8af-e7b48ede83b8" providerId="ADAL" clId="{EC66267B-701E-41A9-98F0-06003D4ABF69}" dt="2025-10-01T07:49:06.961" v="1389"/>
          <ac:spMkLst>
            <pc:docMk/>
            <pc:sldMk cId="384213000" sldId="258"/>
            <ac:spMk id="3" creationId="{001DCE90-E7DE-D460-6657-9A78AE7231DF}"/>
          </ac:spMkLst>
        </pc:spChg>
      </pc:sldChg>
      <pc:sldChg chg="modSp mod">
        <pc:chgData name="S, Rajendra Kumar (Contractor)" userId="56d71585-75d4-484c-b8af-e7b48ede83b8" providerId="ADAL" clId="{EC66267B-701E-41A9-98F0-06003D4ABF69}" dt="2025-10-01T08:27:58.305" v="1396" actId="27636"/>
        <pc:sldMkLst>
          <pc:docMk/>
          <pc:sldMk cId="2913095126" sldId="259"/>
        </pc:sldMkLst>
        <pc:spChg chg="mod">
          <ac:chgData name="S, Rajendra Kumar (Contractor)" userId="56d71585-75d4-484c-b8af-e7b48ede83b8" providerId="ADAL" clId="{EC66267B-701E-41A9-98F0-06003D4ABF69}" dt="2025-10-01T07:49:06.961" v="1389"/>
          <ac:spMkLst>
            <pc:docMk/>
            <pc:sldMk cId="2913095126" sldId="259"/>
            <ac:spMk id="2" creationId="{0ACFBB44-4A98-B2FC-B077-401247CD6580}"/>
          </ac:spMkLst>
        </pc:spChg>
        <pc:spChg chg="mod">
          <ac:chgData name="S, Rajendra Kumar (Contractor)" userId="56d71585-75d4-484c-b8af-e7b48ede83b8" providerId="ADAL" clId="{EC66267B-701E-41A9-98F0-06003D4ABF69}" dt="2025-10-01T08:27:58.305" v="1396" actId="27636"/>
          <ac:spMkLst>
            <pc:docMk/>
            <pc:sldMk cId="2913095126" sldId="259"/>
            <ac:spMk id="3" creationId="{8FF1BF0D-B6C8-C359-E974-C3C77DBA017C}"/>
          </ac:spMkLst>
        </pc:spChg>
      </pc:sldChg>
      <pc:sldChg chg="modSp mod">
        <pc:chgData name="S, Rajendra Kumar (Contractor)" userId="56d71585-75d4-484c-b8af-e7b48ede83b8" providerId="ADAL" clId="{EC66267B-701E-41A9-98F0-06003D4ABF69}" dt="2025-10-01T07:49:06.961" v="1389"/>
        <pc:sldMkLst>
          <pc:docMk/>
          <pc:sldMk cId="1329200211" sldId="260"/>
        </pc:sldMkLst>
        <pc:spChg chg="mod">
          <ac:chgData name="S, Rajendra Kumar (Contractor)" userId="56d71585-75d4-484c-b8af-e7b48ede83b8" providerId="ADAL" clId="{EC66267B-701E-41A9-98F0-06003D4ABF69}" dt="2025-10-01T07:49:06.961" v="1389"/>
          <ac:spMkLst>
            <pc:docMk/>
            <pc:sldMk cId="1329200211" sldId="260"/>
            <ac:spMk id="2" creationId="{105A5431-B5E6-C16F-9483-12FD8DFF2922}"/>
          </ac:spMkLst>
        </pc:spChg>
        <pc:spChg chg="mod">
          <ac:chgData name="S, Rajendra Kumar (Contractor)" userId="56d71585-75d4-484c-b8af-e7b48ede83b8" providerId="ADAL" clId="{EC66267B-701E-41A9-98F0-06003D4ABF69}" dt="2025-09-16T10:40:29.770" v="194" actId="12"/>
          <ac:spMkLst>
            <pc:docMk/>
            <pc:sldMk cId="1329200211" sldId="260"/>
            <ac:spMk id="4" creationId="{6B37E022-C1EA-3735-5801-54590775AFBB}"/>
          </ac:spMkLst>
        </pc:spChg>
      </pc:sldChg>
      <pc:sldChg chg="modSp mod">
        <pc:chgData name="S, Rajendra Kumar (Contractor)" userId="56d71585-75d4-484c-b8af-e7b48ede83b8" providerId="ADAL" clId="{EC66267B-701E-41A9-98F0-06003D4ABF69}" dt="2025-10-01T07:49:06.961" v="1389"/>
        <pc:sldMkLst>
          <pc:docMk/>
          <pc:sldMk cId="3301943599" sldId="261"/>
        </pc:sldMkLst>
        <pc:spChg chg="mod">
          <ac:chgData name="S, Rajendra Kumar (Contractor)" userId="56d71585-75d4-484c-b8af-e7b48ede83b8" providerId="ADAL" clId="{EC66267B-701E-41A9-98F0-06003D4ABF69}" dt="2025-10-01T07:49:06.961" v="1389"/>
          <ac:spMkLst>
            <pc:docMk/>
            <pc:sldMk cId="3301943599" sldId="261"/>
            <ac:spMk id="2" creationId="{2EFCF423-28B4-2EB2-99A6-5E5283EBDC96}"/>
          </ac:spMkLst>
        </pc:spChg>
        <pc:spChg chg="mod">
          <ac:chgData name="S, Rajendra Kumar (Contractor)" userId="56d71585-75d4-484c-b8af-e7b48ede83b8" providerId="ADAL" clId="{EC66267B-701E-41A9-98F0-06003D4ABF69}" dt="2025-09-28T23:44:45.517" v="415" actId="20577"/>
          <ac:spMkLst>
            <pc:docMk/>
            <pc:sldMk cId="3301943599" sldId="261"/>
            <ac:spMk id="7" creationId="{A11BBE26-5403-9C2D-1A02-7E7700DFF202}"/>
          </ac:spMkLst>
        </pc:spChg>
      </pc:sldChg>
      <pc:sldChg chg="modSp">
        <pc:chgData name="S, Rajendra Kumar (Contractor)" userId="56d71585-75d4-484c-b8af-e7b48ede83b8" providerId="ADAL" clId="{EC66267B-701E-41A9-98F0-06003D4ABF69}" dt="2025-10-01T07:49:06.961" v="1389"/>
        <pc:sldMkLst>
          <pc:docMk/>
          <pc:sldMk cId="593583843" sldId="262"/>
        </pc:sldMkLst>
        <pc:spChg chg="mod">
          <ac:chgData name="S, Rajendra Kumar (Contractor)" userId="56d71585-75d4-484c-b8af-e7b48ede83b8" providerId="ADAL" clId="{EC66267B-701E-41A9-98F0-06003D4ABF69}" dt="2025-10-01T07:49:06.961" v="1389"/>
          <ac:spMkLst>
            <pc:docMk/>
            <pc:sldMk cId="593583843" sldId="262"/>
            <ac:spMk id="2" creationId="{F58F9A21-7566-654D-E3A1-40009E3E63DC}"/>
          </ac:spMkLst>
        </pc:spChg>
        <pc:spChg chg="mod">
          <ac:chgData name="S, Rajendra Kumar (Contractor)" userId="56d71585-75d4-484c-b8af-e7b48ede83b8" providerId="ADAL" clId="{EC66267B-701E-41A9-98F0-06003D4ABF69}" dt="2025-10-01T07:49:06.961" v="1389"/>
          <ac:spMkLst>
            <pc:docMk/>
            <pc:sldMk cId="593583843" sldId="262"/>
            <ac:spMk id="3" creationId="{14517969-50F8-B50B-83E6-C88162096F1E}"/>
          </ac:spMkLst>
        </pc:spChg>
      </pc:sldChg>
      <pc:sldChg chg="modSp">
        <pc:chgData name="S, Rajendra Kumar (Contractor)" userId="56d71585-75d4-484c-b8af-e7b48ede83b8" providerId="ADAL" clId="{EC66267B-701E-41A9-98F0-06003D4ABF69}" dt="2025-10-01T07:49:06.961" v="1389"/>
        <pc:sldMkLst>
          <pc:docMk/>
          <pc:sldMk cId="4115486639" sldId="263"/>
        </pc:sldMkLst>
        <pc:spChg chg="mod">
          <ac:chgData name="S, Rajendra Kumar (Contractor)" userId="56d71585-75d4-484c-b8af-e7b48ede83b8" providerId="ADAL" clId="{EC66267B-701E-41A9-98F0-06003D4ABF69}" dt="2025-10-01T07:49:06.961" v="1389"/>
          <ac:spMkLst>
            <pc:docMk/>
            <pc:sldMk cId="4115486639" sldId="263"/>
            <ac:spMk id="2" creationId="{F06555F9-4226-0AFC-542B-9BB2C036F384}"/>
          </ac:spMkLst>
        </pc:spChg>
        <pc:spChg chg="mod">
          <ac:chgData name="S, Rajendra Kumar (Contractor)" userId="56d71585-75d4-484c-b8af-e7b48ede83b8" providerId="ADAL" clId="{EC66267B-701E-41A9-98F0-06003D4ABF69}" dt="2025-10-01T07:49:06.961" v="1389"/>
          <ac:spMkLst>
            <pc:docMk/>
            <pc:sldMk cId="4115486639" sldId="263"/>
            <ac:spMk id="3" creationId="{0F3DDE55-80B3-CA9C-858A-238B2FBC601A}"/>
          </ac:spMkLst>
        </pc:spChg>
      </pc:sldChg>
      <pc:sldChg chg="modSp">
        <pc:chgData name="S, Rajendra Kumar (Contractor)" userId="56d71585-75d4-484c-b8af-e7b48ede83b8" providerId="ADAL" clId="{EC66267B-701E-41A9-98F0-06003D4ABF69}" dt="2025-10-01T07:49:06.961" v="1389"/>
        <pc:sldMkLst>
          <pc:docMk/>
          <pc:sldMk cId="3428439584" sldId="264"/>
        </pc:sldMkLst>
        <pc:spChg chg="mod">
          <ac:chgData name="S, Rajendra Kumar (Contractor)" userId="56d71585-75d4-484c-b8af-e7b48ede83b8" providerId="ADAL" clId="{EC66267B-701E-41A9-98F0-06003D4ABF69}" dt="2025-10-01T07:49:06.961" v="1389"/>
          <ac:spMkLst>
            <pc:docMk/>
            <pc:sldMk cId="3428439584" sldId="264"/>
            <ac:spMk id="2" creationId="{F520987A-4189-D02F-9A10-633C86D66AE2}"/>
          </ac:spMkLst>
        </pc:spChg>
      </pc:sldChg>
      <pc:sldChg chg="modSp ord">
        <pc:chgData name="S, Rajendra Kumar (Contractor)" userId="56d71585-75d4-484c-b8af-e7b48ede83b8" providerId="ADAL" clId="{EC66267B-701E-41A9-98F0-06003D4ABF69}" dt="2025-10-01T07:49:06.961" v="1389"/>
        <pc:sldMkLst>
          <pc:docMk/>
          <pc:sldMk cId="3384100176" sldId="265"/>
        </pc:sldMkLst>
        <pc:spChg chg="mod">
          <ac:chgData name="S, Rajendra Kumar (Contractor)" userId="56d71585-75d4-484c-b8af-e7b48ede83b8" providerId="ADAL" clId="{EC66267B-701E-41A9-98F0-06003D4ABF69}" dt="2025-10-01T07:49:06.961" v="1389"/>
          <ac:spMkLst>
            <pc:docMk/>
            <pc:sldMk cId="3384100176" sldId="265"/>
            <ac:spMk id="2" creationId="{C4E9095F-D75C-2AD1-8875-DD1C94C6FB1F}"/>
          </ac:spMkLst>
        </pc:spChg>
        <pc:spChg chg="mod">
          <ac:chgData name="S, Rajendra Kumar (Contractor)" userId="56d71585-75d4-484c-b8af-e7b48ede83b8" providerId="ADAL" clId="{EC66267B-701E-41A9-98F0-06003D4ABF69}" dt="2025-10-01T07:49:06.961" v="1389"/>
          <ac:spMkLst>
            <pc:docMk/>
            <pc:sldMk cId="3384100176" sldId="265"/>
            <ac:spMk id="3" creationId="{2AB2B7A0-8B3F-5A82-7825-5F2F5D1C8F0C}"/>
          </ac:spMkLst>
        </pc:spChg>
      </pc:sldChg>
      <pc:sldChg chg="modSp">
        <pc:chgData name="S, Rajendra Kumar (Contractor)" userId="56d71585-75d4-484c-b8af-e7b48ede83b8" providerId="ADAL" clId="{EC66267B-701E-41A9-98F0-06003D4ABF69}" dt="2025-10-01T07:49:06.961" v="1389"/>
        <pc:sldMkLst>
          <pc:docMk/>
          <pc:sldMk cId="285950489" sldId="266"/>
        </pc:sldMkLst>
        <pc:spChg chg="mod">
          <ac:chgData name="S, Rajendra Kumar (Contractor)" userId="56d71585-75d4-484c-b8af-e7b48ede83b8" providerId="ADAL" clId="{EC66267B-701E-41A9-98F0-06003D4ABF69}" dt="2025-10-01T07:49:06.961" v="1389"/>
          <ac:spMkLst>
            <pc:docMk/>
            <pc:sldMk cId="285950489" sldId="266"/>
            <ac:spMk id="2" creationId="{015C9B9B-E0E9-36BC-2CC3-C6F8A39B6DD2}"/>
          </ac:spMkLst>
        </pc:spChg>
      </pc:sldChg>
      <pc:sldChg chg="modSp mod">
        <pc:chgData name="S, Rajendra Kumar (Contractor)" userId="56d71585-75d4-484c-b8af-e7b48ede83b8" providerId="ADAL" clId="{EC66267B-701E-41A9-98F0-06003D4ABF69}" dt="2025-10-01T07:49:06.961" v="1389"/>
        <pc:sldMkLst>
          <pc:docMk/>
          <pc:sldMk cId="2620894133" sldId="267"/>
        </pc:sldMkLst>
        <pc:spChg chg="mod">
          <ac:chgData name="S, Rajendra Kumar (Contractor)" userId="56d71585-75d4-484c-b8af-e7b48ede83b8" providerId="ADAL" clId="{EC66267B-701E-41A9-98F0-06003D4ABF69}" dt="2025-10-01T07:49:06.961" v="1389"/>
          <ac:spMkLst>
            <pc:docMk/>
            <pc:sldMk cId="2620894133" sldId="267"/>
            <ac:spMk id="2" creationId="{756BCB66-C2BA-3AB9-C2C7-98EFE3501047}"/>
          </ac:spMkLst>
        </pc:spChg>
      </pc:sldChg>
      <pc:sldChg chg="modSp ord">
        <pc:chgData name="S, Rajendra Kumar (Contractor)" userId="56d71585-75d4-484c-b8af-e7b48ede83b8" providerId="ADAL" clId="{EC66267B-701E-41A9-98F0-06003D4ABF69}" dt="2025-10-01T07:49:06.961" v="1389"/>
        <pc:sldMkLst>
          <pc:docMk/>
          <pc:sldMk cId="4192077220" sldId="268"/>
        </pc:sldMkLst>
        <pc:spChg chg="mod">
          <ac:chgData name="S, Rajendra Kumar (Contractor)" userId="56d71585-75d4-484c-b8af-e7b48ede83b8" providerId="ADAL" clId="{EC66267B-701E-41A9-98F0-06003D4ABF69}" dt="2025-10-01T07:49:06.961" v="1389"/>
          <ac:spMkLst>
            <pc:docMk/>
            <pc:sldMk cId="4192077220" sldId="268"/>
            <ac:spMk id="2" creationId="{D784E4A7-D4DB-B3A1-82AF-7E7BAF298E91}"/>
          </ac:spMkLst>
        </pc:spChg>
        <pc:spChg chg="mod">
          <ac:chgData name="S, Rajendra Kumar (Contractor)" userId="56d71585-75d4-484c-b8af-e7b48ede83b8" providerId="ADAL" clId="{EC66267B-701E-41A9-98F0-06003D4ABF69}" dt="2025-10-01T07:49:06.961" v="1389"/>
          <ac:spMkLst>
            <pc:docMk/>
            <pc:sldMk cId="4192077220" sldId="268"/>
            <ac:spMk id="3" creationId="{3AEBCED6-1B23-846C-E090-3D318DBC7FD0}"/>
          </ac:spMkLst>
        </pc:spChg>
      </pc:sldChg>
      <pc:sldChg chg="modSp">
        <pc:chgData name="S, Rajendra Kumar (Contractor)" userId="56d71585-75d4-484c-b8af-e7b48ede83b8" providerId="ADAL" clId="{EC66267B-701E-41A9-98F0-06003D4ABF69}" dt="2025-10-01T07:49:06.961" v="1389"/>
        <pc:sldMkLst>
          <pc:docMk/>
          <pc:sldMk cId="3977797598" sldId="269"/>
        </pc:sldMkLst>
        <pc:spChg chg="mod">
          <ac:chgData name="S, Rajendra Kumar (Contractor)" userId="56d71585-75d4-484c-b8af-e7b48ede83b8" providerId="ADAL" clId="{EC66267B-701E-41A9-98F0-06003D4ABF69}" dt="2025-10-01T07:49:06.961" v="1389"/>
          <ac:spMkLst>
            <pc:docMk/>
            <pc:sldMk cId="3977797598" sldId="269"/>
            <ac:spMk id="2" creationId="{7E4D6451-6B47-E4A9-E067-28B341FE5C97}"/>
          </ac:spMkLst>
        </pc:spChg>
        <pc:spChg chg="mod">
          <ac:chgData name="S, Rajendra Kumar (Contractor)" userId="56d71585-75d4-484c-b8af-e7b48ede83b8" providerId="ADAL" clId="{EC66267B-701E-41A9-98F0-06003D4ABF69}" dt="2025-10-01T07:49:06.961" v="1389"/>
          <ac:spMkLst>
            <pc:docMk/>
            <pc:sldMk cId="3977797598" sldId="269"/>
            <ac:spMk id="3" creationId="{342C5F3A-93C8-AB1B-C18E-6C0319C6D945}"/>
          </ac:spMkLst>
        </pc:spChg>
      </pc:sldChg>
      <pc:sldChg chg="modSp mod">
        <pc:chgData name="S, Rajendra Kumar (Contractor)" userId="56d71585-75d4-484c-b8af-e7b48ede83b8" providerId="ADAL" clId="{EC66267B-701E-41A9-98F0-06003D4ABF69}" dt="2025-10-01T08:27:58.329" v="1397" actId="27636"/>
        <pc:sldMkLst>
          <pc:docMk/>
          <pc:sldMk cId="2393510650" sldId="270"/>
        </pc:sldMkLst>
        <pc:spChg chg="mod">
          <ac:chgData name="S, Rajendra Kumar (Contractor)" userId="56d71585-75d4-484c-b8af-e7b48ede83b8" providerId="ADAL" clId="{EC66267B-701E-41A9-98F0-06003D4ABF69}" dt="2025-10-01T07:49:06.961" v="1389"/>
          <ac:spMkLst>
            <pc:docMk/>
            <pc:sldMk cId="2393510650" sldId="270"/>
            <ac:spMk id="2" creationId="{B26BD20E-6A3A-DA09-93B3-075A5416DB41}"/>
          </ac:spMkLst>
        </pc:spChg>
        <pc:spChg chg="mod">
          <ac:chgData name="S, Rajendra Kumar (Contractor)" userId="56d71585-75d4-484c-b8af-e7b48ede83b8" providerId="ADAL" clId="{EC66267B-701E-41A9-98F0-06003D4ABF69}" dt="2025-10-01T08:27:58.329" v="1397" actId="27636"/>
          <ac:spMkLst>
            <pc:docMk/>
            <pc:sldMk cId="2393510650" sldId="270"/>
            <ac:spMk id="3" creationId="{21A72E05-43D6-D4D0-5BEB-CBEB22CAC0C2}"/>
          </ac:spMkLst>
        </pc:spChg>
      </pc:sldChg>
      <pc:sldChg chg="modSp mod">
        <pc:chgData name="S, Rajendra Kumar (Contractor)" userId="56d71585-75d4-484c-b8af-e7b48ede83b8" providerId="ADAL" clId="{EC66267B-701E-41A9-98F0-06003D4ABF69}" dt="2025-10-01T08:27:58.340" v="1398" actId="27636"/>
        <pc:sldMkLst>
          <pc:docMk/>
          <pc:sldMk cId="1790762948" sldId="271"/>
        </pc:sldMkLst>
        <pc:spChg chg="mod">
          <ac:chgData name="S, Rajendra Kumar (Contractor)" userId="56d71585-75d4-484c-b8af-e7b48ede83b8" providerId="ADAL" clId="{EC66267B-701E-41A9-98F0-06003D4ABF69}" dt="2025-10-01T07:49:06.961" v="1389"/>
          <ac:spMkLst>
            <pc:docMk/>
            <pc:sldMk cId="1790762948" sldId="271"/>
            <ac:spMk id="2" creationId="{92D78A9F-809B-2BD2-BF08-78B94F4B3B86}"/>
          </ac:spMkLst>
        </pc:spChg>
        <pc:spChg chg="mod">
          <ac:chgData name="S, Rajendra Kumar (Contractor)" userId="56d71585-75d4-484c-b8af-e7b48ede83b8" providerId="ADAL" clId="{EC66267B-701E-41A9-98F0-06003D4ABF69}" dt="2025-10-01T08:27:58.340" v="1398" actId="27636"/>
          <ac:spMkLst>
            <pc:docMk/>
            <pc:sldMk cId="1790762948" sldId="271"/>
            <ac:spMk id="3" creationId="{16D5A8E5-52DA-C9DD-3871-5E5D1CFAE0C9}"/>
          </ac:spMkLst>
        </pc:spChg>
      </pc:sldChg>
      <pc:sldChg chg="modSp">
        <pc:chgData name="S, Rajendra Kumar (Contractor)" userId="56d71585-75d4-484c-b8af-e7b48ede83b8" providerId="ADAL" clId="{EC66267B-701E-41A9-98F0-06003D4ABF69}" dt="2025-10-01T07:49:06.961" v="1389"/>
        <pc:sldMkLst>
          <pc:docMk/>
          <pc:sldMk cId="2101351037" sldId="272"/>
        </pc:sldMkLst>
        <pc:spChg chg="mod">
          <ac:chgData name="S, Rajendra Kumar (Contractor)" userId="56d71585-75d4-484c-b8af-e7b48ede83b8" providerId="ADAL" clId="{EC66267B-701E-41A9-98F0-06003D4ABF69}" dt="2025-10-01T07:49:06.961" v="1389"/>
          <ac:spMkLst>
            <pc:docMk/>
            <pc:sldMk cId="2101351037" sldId="272"/>
            <ac:spMk id="2" creationId="{1B49F849-1E22-FA5C-A704-83AAA0D5C459}"/>
          </ac:spMkLst>
        </pc:spChg>
        <pc:spChg chg="mod">
          <ac:chgData name="S, Rajendra Kumar (Contractor)" userId="56d71585-75d4-484c-b8af-e7b48ede83b8" providerId="ADAL" clId="{EC66267B-701E-41A9-98F0-06003D4ABF69}" dt="2025-10-01T07:49:06.961" v="1389"/>
          <ac:spMkLst>
            <pc:docMk/>
            <pc:sldMk cId="2101351037" sldId="272"/>
            <ac:spMk id="3" creationId="{E2008B9E-30BC-1C53-C8CB-616CB20ACE00}"/>
          </ac:spMkLst>
        </pc:spChg>
      </pc:sldChg>
      <pc:sldChg chg="modSp">
        <pc:chgData name="S, Rajendra Kumar (Contractor)" userId="56d71585-75d4-484c-b8af-e7b48ede83b8" providerId="ADAL" clId="{EC66267B-701E-41A9-98F0-06003D4ABF69}" dt="2025-10-01T07:49:06.961" v="1389"/>
        <pc:sldMkLst>
          <pc:docMk/>
          <pc:sldMk cId="2762940411" sldId="274"/>
        </pc:sldMkLst>
        <pc:spChg chg="mod">
          <ac:chgData name="S, Rajendra Kumar (Contractor)" userId="56d71585-75d4-484c-b8af-e7b48ede83b8" providerId="ADAL" clId="{EC66267B-701E-41A9-98F0-06003D4ABF69}" dt="2025-10-01T07:49:06.961" v="1389"/>
          <ac:spMkLst>
            <pc:docMk/>
            <pc:sldMk cId="2762940411" sldId="274"/>
            <ac:spMk id="2" creationId="{B2A3F33F-366A-BDA0-0983-8F009E878FEA}"/>
          </ac:spMkLst>
        </pc:spChg>
        <pc:spChg chg="mod">
          <ac:chgData name="S, Rajendra Kumar (Contractor)" userId="56d71585-75d4-484c-b8af-e7b48ede83b8" providerId="ADAL" clId="{EC66267B-701E-41A9-98F0-06003D4ABF69}" dt="2025-10-01T07:49:06.961" v="1389"/>
          <ac:spMkLst>
            <pc:docMk/>
            <pc:sldMk cId="2762940411" sldId="274"/>
            <ac:spMk id="3" creationId="{A42E0702-F058-2B0A-89DE-EF97CE685227}"/>
          </ac:spMkLst>
        </pc:spChg>
      </pc:sldChg>
      <pc:sldChg chg="addSp modSp">
        <pc:chgData name="S, Rajendra Kumar (Contractor)" userId="56d71585-75d4-484c-b8af-e7b48ede83b8" providerId="ADAL" clId="{EC66267B-701E-41A9-98F0-06003D4ABF69}" dt="2025-10-01T07:49:06.961" v="1389"/>
        <pc:sldMkLst>
          <pc:docMk/>
          <pc:sldMk cId="651455169" sldId="276"/>
        </pc:sldMkLst>
        <pc:spChg chg="mod">
          <ac:chgData name="S, Rajendra Kumar (Contractor)" userId="56d71585-75d4-484c-b8af-e7b48ede83b8" providerId="ADAL" clId="{EC66267B-701E-41A9-98F0-06003D4ABF69}" dt="2025-10-01T07:49:06.961" v="1389"/>
          <ac:spMkLst>
            <pc:docMk/>
            <pc:sldMk cId="651455169" sldId="276"/>
            <ac:spMk id="2" creationId="{83AA071B-24DE-B31C-A6E7-C602B2ABE3B3}"/>
          </ac:spMkLst>
        </pc:spChg>
        <pc:spChg chg="mod">
          <ac:chgData name="S, Rajendra Kumar (Contractor)" userId="56d71585-75d4-484c-b8af-e7b48ede83b8" providerId="ADAL" clId="{EC66267B-701E-41A9-98F0-06003D4ABF69}" dt="2025-10-01T07:49:06.961" v="1389"/>
          <ac:spMkLst>
            <pc:docMk/>
            <pc:sldMk cId="651455169" sldId="276"/>
            <ac:spMk id="3" creationId="{8BDDEAE0-764F-D6DE-51EF-EC58BFF9CDAA}"/>
          </ac:spMkLst>
        </pc:spChg>
        <pc:picChg chg="add mod">
          <ac:chgData name="S, Rajendra Kumar (Contractor)" userId="56d71585-75d4-484c-b8af-e7b48ede83b8" providerId="ADAL" clId="{EC66267B-701E-41A9-98F0-06003D4ABF69}" dt="2025-09-29T08:21:44.403" v="596" actId="1076"/>
          <ac:picMkLst>
            <pc:docMk/>
            <pc:sldMk cId="651455169" sldId="276"/>
            <ac:picMk id="1026" creationId="{8196526C-B54F-13FD-C1F4-D29F088E33F9}"/>
          </ac:picMkLst>
        </pc:picChg>
      </pc:sldChg>
      <pc:sldChg chg="modSp">
        <pc:chgData name="S, Rajendra Kumar (Contractor)" userId="56d71585-75d4-484c-b8af-e7b48ede83b8" providerId="ADAL" clId="{EC66267B-701E-41A9-98F0-06003D4ABF69}" dt="2025-10-01T07:49:06.961" v="1389"/>
        <pc:sldMkLst>
          <pc:docMk/>
          <pc:sldMk cId="935843662" sldId="277"/>
        </pc:sldMkLst>
        <pc:spChg chg="mod">
          <ac:chgData name="S, Rajendra Kumar (Contractor)" userId="56d71585-75d4-484c-b8af-e7b48ede83b8" providerId="ADAL" clId="{EC66267B-701E-41A9-98F0-06003D4ABF69}" dt="2025-10-01T07:49:06.961" v="1389"/>
          <ac:spMkLst>
            <pc:docMk/>
            <pc:sldMk cId="935843662" sldId="277"/>
            <ac:spMk id="2" creationId="{FB7058D3-5A3D-9A3E-570B-4243F42FF132}"/>
          </ac:spMkLst>
        </pc:spChg>
        <pc:spChg chg="mod">
          <ac:chgData name="S, Rajendra Kumar (Contractor)" userId="56d71585-75d4-484c-b8af-e7b48ede83b8" providerId="ADAL" clId="{EC66267B-701E-41A9-98F0-06003D4ABF69}" dt="2025-10-01T07:49:06.961" v="1389"/>
          <ac:spMkLst>
            <pc:docMk/>
            <pc:sldMk cId="935843662" sldId="277"/>
            <ac:spMk id="3" creationId="{5C90E969-BA79-0B18-E6A1-4CC767C37BF2}"/>
          </ac:spMkLst>
        </pc:spChg>
      </pc:sldChg>
      <pc:sldChg chg="modSp">
        <pc:chgData name="S, Rajendra Kumar (Contractor)" userId="56d71585-75d4-484c-b8af-e7b48ede83b8" providerId="ADAL" clId="{EC66267B-701E-41A9-98F0-06003D4ABF69}" dt="2025-10-01T07:49:06.961" v="1389"/>
        <pc:sldMkLst>
          <pc:docMk/>
          <pc:sldMk cId="1813279708" sldId="278"/>
        </pc:sldMkLst>
        <pc:spChg chg="mod">
          <ac:chgData name="S, Rajendra Kumar (Contractor)" userId="56d71585-75d4-484c-b8af-e7b48ede83b8" providerId="ADAL" clId="{EC66267B-701E-41A9-98F0-06003D4ABF69}" dt="2025-10-01T07:49:06.961" v="1389"/>
          <ac:spMkLst>
            <pc:docMk/>
            <pc:sldMk cId="1813279708" sldId="278"/>
            <ac:spMk id="2" creationId="{C16CC579-AC6C-3A9F-2FB6-42E017AF330F}"/>
          </ac:spMkLst>
        </pc:spChg>
        <pc:spChg chg="mod">
          <ac:chgData name="S, Rajendra Kumar (Contractor)" userId="56d71585-75d4-484c-b8af-e7b48ede83b8" providerId="ADAL" clId="{EC66267B-701E-41A9-98F0-06003D4ABF69}" dt="2025-10-01T07:49:06.961" v="1389"/>
          <ac:spMkLst>
            <pc:docMk/>
            <pc:sldMk cId="1813279708" sldId="278"/>
            <ac:spMk id="3" creationId="{A658B0D2-AB6E-6E42-0BB3-2471E214035A}"/>
          </ac:spMkLst>
        </pc:spChg>
      </pc:sldChg>
      <pc:sldChg chg="modSp">
        <pc:chgData name="S, Rajendra Kumar (Contractor)" userId="56d71585-75d4-484c-b8af-e7b48ede83b8" providerId="ADAL" clId="{EC66267B-701E-41A9-98F0-06003D4ABF69}" dt="2025-10-01T07:49:06.961" v="1389"/>
        <pc:sldMkLst>
          <pc:docMk/>
          <pc:sldMk cId="2565005337" sldId="279"/>
        </pc:sldMkLst>
        <pc:spChg chg="mod">
          <ac:chgData name="S, Rajendra Kumar (Contractor)" userId="56d71585-75d4-484c-b8af-e7b48ede83b8" providerId="ADAL" clId="{EC66267B-701E-41A9-98F0-06003D4ABF69}" dt="2025-10-01T07:49:06.961" v="1389"/>
          <ac:spMkLst>
            <pc:docMk/>
            <pc:sldMk cId="2565005337" sldId="279"/>
            <ac:spMk id="2" creationId="{F68F4544-BF1C-2F3E-9586-F3894A09CD8E}"/>
          </ac:spMkLst>
        </pc:spChg>
        <pc:spChg chg="mod">
          <ac:chgData name="S, Rajendra Kumar (Contractor)" userId="56d71585-75d4-484c-b8af-e7b48ede83b8" providerId="ADAL" clId="{EC66267B-701E-41A9-98F0-06003D4ABF69}" dt="2025-10-01T07:49:06.961" v="1389"/>
          <ac:spMkLst>
            <pc:docMk/>
            <pc:sldMk cId="2565005337" sldId="279"/>
            <ac:spMk id="3" creationId="{325A9F57-2ACE-8AFE-F40E-CD2DAF397E58}"/>
          </ac:spMkLst>
        </pc:spChg>
      </pc:sldChg>
      <pc:sldChg chg="modSp">
        <pc:chgData name="S, Rajendra Kumar (Contractor)" userId="56d71585-75d4-484c-b8af-e7b48ede83b8" providerId="ADAL" clId="{EC66267B-701E-41A9-98F0-06003D4ABF69}" dt="2025-10-01T07:49:06.961" v="1389"/>
        <pc:sldMkLst>
          <pc:docMk/>
          <pc:sldMk cId="473954633" sldId="280"/>
        </pc:sldMkLst>
        <pc:spChg chg="mod">
          <ac:chgData name="S, Rajendra Kumar (Contractor)" userId="56d71585-75d4-484c-b8af-e7b48ede83b8" providerId="ADAL" clId="{EC66267B-701E-41A9-98F0-06003D4ABF69}" dt="2025-10-01T07:49:06.961" v="1389"/>
          <ac:spMkLst>
            <pc:docMk/>
            <pc:sldMk cId="473954633" sldId="280"/>
            <ac:spMk id="4" creationId="{82231AE2-1FEB-DC13-7F95-0C57FAC729A0}"/>
          </ac:spMkLst>
        </pc:spChg>
        <pc:spChg chg="mod">
          <ac:chgData name="S, Rajendra Kumar (Contractor)" userId="56d71585-75d4-484c-b8af-e7b48ede83b8" providerId="ADAL" clId="{EC66267B-701E-41A9-98F0-06003D4ABF69}" dt="2025-10-01T07:49:06.961" v="1389"/>
          <ac:spMkLst>
            <pc:docMk/>
            <pc:sldMk cId="473954633" sldId="280"/>
            <ac:spMk id="5" creationId="{8FB3C82E-5113-02A7-1AAA-BA5E5AA8BF03}"/>
          </ac:spMkLst>
        </pc:spChg>
      </pc:sldChg>
      <pc:sldChg chg="modSp">
        <pc:chgData name="S, Rajendra Kumar (Contractor)" userId="56d71585-75d4-484c-b8af-e7b48ede83b8" providerId="ADAL" clId="{EC66267B-701E-41A9-98F0-06003D4ABF69}" dt="2025-10-01T07:49:06.961" v="1389"/>
        <pc:sldMkLst>
          <pc:docMk/>
          <pc:sldMk cId="3573913650" sldId="281"/>
        </pc:sldMkLst>
        <pc:spChg chg="mod">
          <ac:chgData name="S, Rajendra Kumar (Contractor)" userId="56d71585-75d4-484c-b8af-e7b48ede83b8" providerId="ADAL" clId="{EC66267B-701E-41A9-98F0-06003D4ABF69}" dt="2025-10-01T07:49:06.961" v="1389"/>
          <ac:spMkLst>
            <pc:docMk/>
            <pc:sldMk cId="3573913650" sldId="281"/>
            <ac:spMk id="2" creationId="{D3C24F3A-AE85-CB46-40A3-C6824E3AB70A}"/>
          </ac:spMkLst>
        </pc:spChg>
        <pc:spChg chg="mod">
          <ac:chgData name="S, Rajendra Kumar (Contractor)" userId="56d71585-75d4-484c-b8af-e7b48ede83b8" providerId="ADAL" clId="{EC66267B-701E-41A9-98F0-06003D4ABF69}" dt="2025-10-01T07:49:06.961" v="1389"/>
          <ac:spMkLst>
            <pc:docMk/>
            <pc:sldMk cId="3573913650" sldId="281"/>
            <ac:spMk id="3" creationId="{FFEA8186-B166-AE69-4A5E-ED63386BA55E}"/>
          </ac:spMkLst>
        </pc:spChg>
      </pc:sldChg>
      <pc:sldChg chg="modSp">
        <pc:chgData name="S, Rajendra Kumar (Contractor)" userId="56d71585-75d4-484c-b8af-e7b48ede83b8" providerId="ADAL" clId="{EC66267B-701E-41A9-98F0-06003D4ABF69}" dt="2025-10-01T07:49:06.961" v="1389"/>
        <pc:sldMkLst>
          <pc:docMk/>
          <pc:sldMk cId="2277169922" sldId="282"/>
        </pc:sldMkLst>
        <pc:spChg chg="mod">
          <ac:chgData name="S, Rajendra Kumar (Contractor)" userId="56d71585-75d4-484c-b8af-e7b48ede83b8" providerId="ADAL" clId="{EC66267B-701E-41A9-98F0-06003D4ABF69}" dt="2025-10-01T07:49:06.961" v="1389"/>
          <ac:spMkLst>
            <pc:docMk/>
            <pc:sldMk cId="2277169922" sldId="282"/>
            <ac:spMk id="2" creationId="{2E7C82AD-F226-8593-F86F-CCFF44B7E160}"/>
          </ac:spMkLst>
        </pc:spChg>
        <pc:spChg chg="mod">
          <ac:chgData name="S, Rajendra Kumar (Contractor)" userId="56d71585-75d4-484c-b8af-e7b48ede83b8" providerId="ADAL" clId="{EC66267B-701E-41A9-98F0-06003D4ABF69}" dt="2025-10-01T07:49:06.961" v="1389"/>
          <ac:spMkLst>
            <pc:docMk/>
            <pc:sldMk cId="2277169922" sldId="282"/>
            <ac:spMk id="3" creationId="{7EE13E98-2895-69C3-DFF6-0D3BB3D7E8B2}"/>
          </ac:spMkLst>
        </pc:spChg>
      </pc:sldChg>
      <pc:sldChg chg="modSp">
        <pc:chgData name="S, Rajendra Kumar (Contractor)" userId="56d71585-75d4-484c-b8af-e7b48ede83b8" providerId="ADAL" clId="{EC66267B-701E-41A9-98F0-06003D4ABF69}" dt="2025-10-01T07:49:06.961" v="1389"/>
        <pc:sldMkLst>
          <pc:docMk/>
          <pc:sldMk cId="3629625257" sldId="283"/>
        </pc:sldMkLst>
        <pc:spChg chg="mod">
          <ac:chgData name="S, Rajendra Kumar (Contractor)" userId="56d71585-75d4-484c-b8af-e7b48ede83b8" providerId="ADAL" clId="{EC66267B-701E-41A9-98F0-06003D4ABF69}" dt="2025-10-01T07:49:06.961" v="1389"/>
          <ac:spMkLst>
            <pc:docMk/>
            <pc:sldMk cId="3629625257" sldId="283"/>
            <ac:spMk id="2" creationId="{DCD9DC40-E608-B00E-A05A-09D1728830C9}"/>
          </ac:spMkLst>
        </pc:spChg>
      </pc:sldChg>
      <pc:sldChg chg="modSp">
        <pc:chgData name="S, Rajendra Kumar (Contractor)" userId="56d71585-75d4-484c-b8af-e7b48ede83b8" providerId="ADAL" clId="{EC66267B-701E-41A9-98F0-06003D4ABF69}" dt="2025-10-01T07:49:06.961" v="1389"/>
        <pc:sldMkLst>
          <pc:docMk/>
          <pc:sldMk cId="284622217" sldId="284"/>
        </pc:sldMkLst>
        <pc:spChg chg="mod">
          <ac:chgData name="S, Rajendra Kumar (Contractor)" userId="56d71585-75d4-484c-b8af-e7b48ede83b8" providerId="ADAL" clId="{EC66267B-701E-41A9-98F0-06003D4ABF69}" dt="2025-10-01T07:49:06.961" v="1389"/>
          <ac:spMkLst>
            <pc:docMk/>
            <pc:sldMk cId="284622217" sldId="284"/>
            <ac:spMk id="2" creationId="{F70ABC06-87FC-06BB-F18F-6AE3F09D08BC}"/>
          </ac:spMkLst>
        </pc:spChg>
        <pc:spChg chg="mod">
          <ac:chgData name="S, Rajendra Kumar (Contractor)" userId="56d71585-75d4-484c-b8af-e7b48ede83b8" providerId="ADAL" clId="{EC66267B-701E-41A9-98F0-06003D4ABF69}" dt="2025-10-01T07:49:06.961" v="1389"/>
          <ac:spMkLst>
            <pc:docMk/>
            <pc:sldMk cId="284622217" sldId="284"/>
            <ac:spMk id="3" creationId="{BC177DFC-2F61-E009-7B77-0131CF6682A3}"/>
          </ac:spMkLst>
        </pc:spChg>
      </pc:sldChg>
      <pc:sldChg chg="modSp">
        <pc:chgData name="S, Rajendra Kumar (Contractor)" userId="56d71585-75d4-484c-b8af-e7b48ede83b8" providerId="ADAL" clId="{EC66267B-701E-41A9-98F0-06003D4ABF69}" dt="2025-10-01T07:49:06.961" v="1389"/>
        <pc:sldMkLst>
          <pc:docMk/>
          <pc:sldMk cId="2597972250" sldId="285"/>
        </pc:sldMkLst>
        <pc:spChg chg="mod">
          <ac:chgData name="S, Rajendra Kumar (Contractor)" userId="56d71585-75d4-484c-b8af-e7b48ede83b8" providerId="ADAL" clId="{EC66267B-701E-41A9-98F0-06003D4ABF69}" dt="2025-10-01T07:49:06.961" v="1389"/>
          <ac:spMkLst>
            <pc:docMk/>
            <pc:sldMk cId="2597972250" sldId="285"/>
            <ac:spMk id="2" creationId="{089AE41A-5F68-FC59-86A8-BC84683D5F58}"/>
          </ac:spMkLst>
        </pc:spChg>
        <pc:spChg chg="mod">
          <ac:chgData name="S, Rajendra Kumar (Contractor)" userId="56d71585-75d4-484c-b8af-e7b48ede83b8" providerId="ADAL" clId="{EC66267B-701E-41A9-98F0-06003D4ABF69}" dt="2025-10-01T07:49:06.961" v="1389"/>
          <ac:spMkLst>
            <pc:docMk/>
            <pc:sldMk cId="2597972250" sldId="285"/>
            <ac:spMk id="3" creationId="{0AC2D287-D63F-4D88-0C9C-8E0969AEB9E1}"/>
          </ac:spMkLst>
        </pc:spChg>
      </pc:sldChg>
      <pc:sldChg chg="modSp">
        <pc:chgData name="S, Rajendra Kumar (Contractor)" userId="56d71585-75d4-484c-b8af-e7b48ede83b8" providerId="ADAL" clId="{EC66267B-701E-41A9-98F0-06003D4ABF69}" dt="2025-10-01T07:49:06.961" v="1389"/>
        <pc:sldMkLst>
          <pc:docMk/>
          <pc:sldMk cId="2806254445" sldId="287"/>
        </pc:sldMkLst>
        <pc:spChg chg="mod">
          <ac:chgData name="S, Rajendra Kumar (Contractor)" userId="56d71585-75d4-484c-b8af-e7b48ede83b8" providerId="ADAL" clId="{EC66267B-701E-41A9-98F0-06003D4ABF69}" dt="2025-10-01T07:49:06.961" v="1389"/>
          <ac:spMkLst>
            <pc:docMk/>
            <pc:sldMk cId="2806254445" sldId="287"/>
            <ac:spMk id="2" creationId="{D7CF86B7-2EAB-53DD-B920-D7388346DA09}"/>
          </ac:spMkLst>
        </pc:spChg>
        <pc:spChg chg="mod">
          <ac:chgData name="S, Rajendra Kumar (Contractor)" userId="56d71585-75d4-484c-b8af-e7b48ede83b8" providerId="ADAL" clId="{EC66267B-701E-41A9-98F0-06003D4ABF69}" dt="2025-10-01T07:49:06.961" v="1389"/>
          <ac:spMkLst>
            <pc:docMk/>
            <pc:sldMk cId="2806254445" sldId="287"/>
            <ac:spMk id="3" creationId="{8D344E6D-B98B-49DF-05EF-07B796774FDA}"/>
          </ac:spMkLst>
        </pc:spChg>
      </pc:sldChg>
      <pc:sldChg chg="modSp">
        <pc:chgData name="S, Rajendra Kumar (Contractor)" userId="56d71585-75d4-484c-b8af-e7b48ede83b8" providerId="ADAL" clId="{EC66267B-701E-41A9-98F0-06003D4ABF69}" dt="2025-10-01T07:49:06.961" v="1389"/>
        <pc:sldMkLst>
          <pc:docMk/>
          <pc:sldMk cId="3965166703" sldId="288"/>
        </pc:sldMkLst>
        <pc:spChg chg="mod">
          <ac:chgData name="S, Rajendra Kumar (Contractor)" userId="56d71585-75d4-484c-b8af-e7b48ede83b8" providerId="ADAL" clId="{EC66267B-701E-41A9-98F0-06003D4ABF69}" dt="2025-10-01T07:49:06.961" v="1389"/>
          <ac:spMkLst>
            <pc:docMk/>
            <pc:sldMk cId="3965166703" sldId="288"/>
            <ac:spMk id="2" creationId="{FBD805BE-22BB-1810-4904-D210983C0758}"/>
          </ac:spMkLst>
        </pc:spChg>
        <pc:spChg chg="mod">
          <ac:chgData name="S, Rajendra Kumar (Contractor)" userId="56d71585-75d4-484c-b8af-e7b48ede83b8" providerId="ADAL" clId="{EC66267B-701E-41A9-98F0-06003D4ABF69}" dt="2025-10-01T07:49:06.961" v="1389"/>
          <ac:spMkLst>
            <pc:docMk/>
            <pc:sldMk cId="3965166703" sldId="288"/>
            <ac:spMk id="3" creationId="{A5B329C9-2448-1012-F99E-D11C91A9FA5D}"/>
          </ac:spMkLst>
        </pc:spChg>
      </pc:sldChg>
      <pc:sldChg chg="modSp">
        <pc:chgData name="S, Rajendra Kumar (Contractor)" userId="56d71585-75d4-484c-b8af-e7b48ede83b8" providerId="ADAL" clId="{EC66267B-701E-41A9-98F0-06003D4ABF69}" dt="2025-10-01T07:49:06.961" v="1389"/>
        <pc:sldMkLst>
          <pc:docMk/>
          <pc:sldMk cId="2859670693" sldId="289"/>
        </pc:sldMkLst>
        <pc:spChg chg="mod">
          <ac:chgData name="S, Rajendra Kumar (Contractor)" userId="56d71585-75d4-484c-b8af-e7b48ede83b8" providerId="ADAL" clId="{EC66267B-701E-41A9-98F0-06003D4ABF69}" dt="2025-10-01T07:49:06.961" v="1389"/>
          <ac:spMkLst>
            <pc:docMk/>
            <pc:sldMk cId="2859670693" sldId="289"/>
            <ac:spMk id="2" creationId="{18F101D4-FE11-CF8C-40E3-4219A54228F4}"/>
          </ac:spMkLst>
        </pc:spChg>
        <pc:spChg chg="mod">
          <ac:chgData name="S, Rajendra Kumar (Contractor)" userId="56d71585-75d4-484c-b8af-e7b48ede83b8" providerId="ADAL" clId="{EC66267B-701E-41A9-98F0-06003D4ABF69}" dt="2025-10-01T07:49:06.961" v="1389"/>
          <ac:spMkLst>
            <pc:docMk/>
            <pc:sldMk cId="2859670693" sldId="289"/>
            <ac:spMk id="3" creationId="{5CEB1F56-3D14-A52C-0E54-33107BEF8CA8}"/>
          </ac:spMkLst>
        </pc:spChg>
      </pc:sldChg>
      <pc:sldChg chg="modSp">
        <pc:chgData name="S, Rajendra Kumar (Contractor)" userId="56d71585-75d4-484c-b8af-e7b48ede83b8" providerId="ADAL" clId="{EC66267B-701E-41A9-98F0-06003D4ABF69}" dt="2025-10-01T07:49:06.961" v="1389"/>
        <pc:sldMkLst>
          <pc:docMk/>
          <pc:sldMk cId="68670355" sldId="290"/>
        </pc:sldMkLst>
        <pc:spChg chg="mod">
          <ac:chgData name="S, Rajendra Kumar (Contractor)" userId="56d71585-75d4-484c-b8af-e7b48ede83b8" providerId="ADAL" clId="{EC66267B-701E-41A9-98F0-06003D4ABF69}" dt="2025-10-01T07:49:06.961" v="1389"/>
          <ac:spMkLst>
            <pc:docMk/>
            <pc:sldMk cId="68670355" sldId="290"/>
            <ac:spMk id="2" creationId="{C8D18B2F-025C-3631-C2CF-1561A48F0F6E}"/>
          </ac:spMkLst>
        </pc:spChg>
      </pc:sldChg>
      <pc:sldChg chg="modSp">
        <pc:chgData name="S, Rajendra Kumar (Contractor)" userId="56d71585-75d4-484c-b8af-e7b48ede83b8" providerId="ADAL" clId="{EC66267B-701E-41A9-98F0-06003D4ABF69}" dt="2025-10-01T07:49:06.961" v="1389"/>
        <pc:sldMkLst>
          <pc:docMk/>
          <pc:sldMk cId="3506736690" sldId="291"/>
        </pc:sldMkLst>
        <pc:spChg chg="mod">
          <ac:chgData name="S, Rajendra Kumar (Contractor)" userId="56d71585-75d4-484c-b8af-e7b48ede83b8" providerId="ADAL" clId="{EC66267B-701E-41A9-98F0-06003D4ABF69}" dt="2025-10-01T07:49:06.961" v="1389"/>
          <ac:spMkLst>
            <pc:docMk/>
            <pc:sldMk cId="3506736690" sldId="291"/>
            <ac:spMk id="2" creationId="{B6A25F30-E90E-2596-6A85-756677BE95E4}"/>
          </ac:spMkLst>
        </pc:spChg>
        <pc:spChg chg="mod">
          <ac:chgData name="S, Rajendra Kumar (Contractor)" userId="56d71585-75d4-484c-b8af-e7b48ede83b8" providerId="ADAL" clId="{EC66267B-701E-41A9-98F0-06003D4ABF69}" dt="2025-10-01T07:49:06.961" v="1389"/>
          <ac:spMkLst>
            <pc:docMk/>
            <pc:sldMk cId="3506736690" sldId="291"/>
            <ac:spMk id="3" creationId="{28292734-FF92-61FD-58F2-C22BF8F3C8C0}"/>
          </ac:spMkLst>
        </pc:spChg>
      </pc:sldChg>
      <pc:sldChg chg="modSp">
        <pc:chgData name="S, Rajendra Kumar (Contractor)" userId="56d71585-75d4-484c-b8af-e7b48ede83b8" providerId="ADAL" clId="{EC66267B-701E-41A9-98F0-06003D4ABF69}" dt="2025-10-01T07:49:06.961" v="1389"/>
        <pc:sldMkLst>
          <pc:docMk/>
          <pc:sldMk cId="3345420224" sldId="292"/>
        </pc:sldMkLst>
        <pc:spChg chg="mod">
          <ac:chgData name="S, Rajendra Kumar (Contractor)" userId="56d71585-75d4-484c-b8af-e7b48ede83b8" providerId="ADAL" clId="{EC66267B-701E-41A9-98F0-06003D4ABF69}" dt="2025-10-01T07:49:06.961" v="1389"/>
          <ac:spMkLst>
            <pc:docMk/>
            <pc:sldMk cId="3345420224" sldId="292"/>
            <ac:spMk id="2" creationId="{FA8CC856-BDC9-D806-E053-246100EEED9C}"/>
          </ac:spMkLst>
        </pc:spChg>
        <pc:spChg chg="mod">
          <ac:chgData name="S, Rajendra Kumar (Contractor)" userId="56d71585-75d4-484c-b8af-e7b48ede83b8" providerId="ADAL" clId="{EC66267B-701E-41A9-98F0-06003D4ABF69}" dt="2025-10-01T07:49:06.961" v="1389"/>
          <ac:spMkLst>
            <pc:docMk/>
            <pc:sldMk cId="3345420224" sldId="292"/>
            <ac:spMk id="3" creationId="{D898C684-7046-20D0-AC61-BEEBD140F0B0}"/>
          </ac:spMkLst>
        </pc:spChg>
      </pc:sldChg>
      <pc:sldChg chg="modSp">
        <pc:chgData name="S, Rajendra Kumar (Contractor)" userId="56d71585-75d4-484c-b8af-e7b48ede83b8" providerId="ADAL" clId="{EC66267B-701E-41A9-98F0-06003D4ABF69}" dt="2025-10-01T07:49:06.961" v="1389"/>
        <pc:sldMkLst>
          <pc:docMk/>
          <pc:sldMk cId="3275946113" sldId="293"/>
        </pc:sldMkLst>
        <pc:spChg chg="mod">
          <ac:chgData name="S, Rajendra Kumar (Contractor)" userId="56d71585-75d4-484c-b8af-e7b48ede83b8" providerId="ADAL" clId="{EC66267B-701E-41A9-98F0-06003D4ABF69}" dt="2025-10-01T07:49:06.961" v="1389"/>
          <ac:spMkLst>
            <pc:docMk/>
            <pc:sldMk cId="3275946113" sldId="293"/>
            <ac:spMk id="2" creationId="{E2E952A3-1EA4-7AD8-1154-20F4AF2949EC}"/>
          </ac:spMkLst>
        </pc:spChg>
        <pc:spChg chg="mod">
          <ac:chgData name="S, Rajendra Kumar (Contractor)" userId="56d71585-75d4-484c-b8af-e7b48ede83b8" providerId="ADAL" clId="{EC66267B-701E-41A9-98F0-06003D4ABF69}" dt="2025-10-01T07:49:06.961" v="1389"/>
          <ac:spMkLst>
            <pc:docMk/>
            <pc:sldMk cId="3275946113" sldId="293"/>
            <ac:spMk id="3" creationId="{3C3033AE-E412-F823-9FA4-F04807AD1D60}"/>
          </ac:spMkLst>
        </pc:spChg>
      </pc:sldChg>
      <pc:sldChg chg="modSp">
        <pc:chgData name="S, Rajendra Kumar (Contractor)" userId="56d71585-75d4-484c-b8af-e7b48ede83b8" providerId="ADAL" clId="{EC66267B-701E-41A9-98F0-06003D4ABF69}" dt="2025-10-01T07:49:06.961" v="1389"/>
        <pc:sldMkLst>
          <pc:docMk/>
          <pc:sldMk cId="1876725962" sldId="294"/>
        </pc:sldMkLst>
        <pc:spChg chg="mod">
          <ac:chgData name="S, Rajendra Kumar (Contractor)" userId="56d71585-75d4-484c-b8af-e7b48ede83b8" providerId="ADAL" clId="{EC66267B-701E-41A9-98F0-06003D4ABF69}" dt="2025-10-01T07:49:06.961" v="1389"/>
          <ac:spMkLst>
            <pc:docMk/>
            <pc:sldMk cId="1876725962" sldId="294"/>
            <ac:spMk id="2" creationId="{301C90DE-E516-DEAA-A836-C8C614BCC8D6}"/>
          </ac:spMkLst>
        </pc:spChg>
        <pc:spChg chg="mod">
          <ac:chgData name="S, Rajendra Kumar (Contractor)" userId="56d71585-75d4-484c-b8af-e7b48ede83b8" providerId="ADAL" clId="{EC66267B-701E-41A9-98F0-06003D4ABF69}" dt="2025-10-01T07:49:06.961" v="1389"/>
          <ac:spMkLst>
            <pc:docMk/>
            <pc:sldMk cId="1876725962" sldId="294"/>
            <ac:spMk id="3" creationId="{5CCC8AC7-6935-E9B8-E9CF-68F086DDB0B3}"/>
          </ac:spMkLst>
        </pc:spChg>
      </pc:sldChg>
      <pc:sldChg chg="modSp">
        <pc:chgData name="S, Rajendra Kumar (Contractor)" userId="56d71585-75d4-484c-b8af-e7b48ede83b8" providerId="ADAL" clId="{EC66267B-701E-41A9-98F0-06003D4ABF69}" dt="2025-10-01T07:49:06.961" v="1389"/>
        <pc:sldMkLst>
          <pc:docMk/>
          <pc:sldMk cId="1135463753" sldId="295"/>
        </pc:sldMkLst>
        <pc:spChg chg="mod">
          <ac:chgData name="S, Rajendra Kumar (Contractor)" userId="56d71585-75d4-484c-b8af-e7b48ede83b8" providerId="ADAL" clId="{EC66267B-701E-41A9-98F0-06003D4ABF69}" dt="2025-10-01T07:49:06.961" v="1389"/>
          <ac:spMkLst>
            <pc:docMk/>
            <pc:sldMk cId="1135463753" sldId="295"/>
            <ac:spMk id="2" creationId="{D1DBEAFA-A8AE-DA54-4316-A4B6CF87B5D5}"/>
          </ac:spMkLst>
        </pc:spChg>
        <pc:spChg chg="mod">
          <ac:chgData name="S, Rajendra Kumar (Contractor)" userId="56d71585-75d4-484c-b8af-e7b48ede83b8" providerId="ADAL" clId="{EC66267B-701E-41A9-98F0-06003D4ABF69}" dt="2025-10-01T07:49:06.961" v="1389"/>
          <ac:spMkLst>
            <pc:docMk/>
            <pc:sldMk cId="1135463753" sldId="295"/>
            <ac:spMk id="3" creationId="{B7FC69B8-33D8-608C-79AD-F1427972494E}"/>
          </ac:spMkLst>
        </pc:spChg>
      </pc:sldChg>
      <pc:sldChg chg="modSp">
        <pc:chgData name="S, Rajendra Kumar (Contractor)" userId="56d71585-75d4-484c-b8af-e7b48ede83b8" providerId="ADAL" clId="{EC66267B-701E-41A9-98F0-06003D4ABF69}" dt="2025-10-01T07:49:06.961" v="1389"/>
        <pc:sldMkLst>
          <pc:docMk/>
          <pc:sldMk cId="4213246288" sldId="297"/>
        </pc:sldMkLst>
        <pc:spChg chg="mod">
          <ac:chgData name="S, Rajendra Kumar (Contractor)" userId="56d71585-75d4-484c-b8af-e7b48ede83b8" providerId="ADAL" clId="{EC66267B-701E-41A9-98F0-06003D4ABF69}" dt="2025-10-01T07:49:06.961" v="1389"/>
          <ac:spMkLst>
            <pc:docMk/>
            <pc:sldMk cId="4213246288" sldId="297"/>
            <ac:spMk id="2" creationId="{C465064F-096D-A20B-5803-BD00167D7BCE}"/>
          </ac:spMkLst>
        </pc:spChg>
        <pc:spChg chg="mod">
          <ac:chgData name="S, Rajendra Kumar (Contractor)" userId="56d71585-75d4-484c-b8af-e7b48ede83b8" providerId="ADAL" clId="{EC66267B-701E-41A9-98F0-06003D4ABF69}" dt="2025-10-01T07:49:06.961" v="1389"/>
          <ac:spMkLst>
            <pc:docMk/>
            <pc:sldMk cId="4213246288" sldId="297"/>
            <ac:spMk id="3" creationId="{C28267E2-7CB9-4701-CAAB-1A19119DD87A}"/>
          </ac:spMkLst>
        </pc:spChg>
      </pc:sldChg>
      <pc:sldChg chg="modSp">
        <pc:chgData name="S, Rajendra Kumar (Contractor)" userId="56d71585-75d4-484c-b8af-e7b48ede83b8" providerId="ADAL" clId="{EC66267B-701E-41A9-98F0-06003D4ABF69}" dt="2025-10-01T07:49:06.961" v="1389"/>
        <pc:sldMkLst>
          <pc:docMk/>
          <pc:sldMk cId="3343737146" sldId="298"/>
        </pc:sldMkLst>
        <pc:spChg chg="mod">
          <ac:chgData name="S, Rajendra Kumar (Contractor)" userId="56d71585-75d4-484c-b8af-e7b48ede83b8" providerId="ADAL" clId="{EC66267B-701E-41A9-98F0-06003D4ABF69}" dt="2025-10-01T07:49:06.961" v="1389"/>
          <ac:spMkLst>
            <pc:docMk/>
            <pc:sldMk cId="3343737146" sldId="298"/>
            <ac:spMk id="2" creationId="{ACBA76AB-2133-9BE6-60A9-DAD0ABED9C40}"/>
          </ac:spMkLst>
        </pc:spChg>
        <pc:spChg chg="mod">
          <ac:chgData name="S, Rajendra Kumar (Contractor)" userId="56d71585-75d4-484c-b8af-e7b48ede83b8" providerId="ADAL" clId="{EC66267B-701E-41A9-98F0-06003D4ABF69}" dt="2025-10-01T07:49:06.961" v="1389"/>
          <ac:spMkLst>
            <pc:docMk/>
            <pc:sldMk cId="3343737146" sldId="298"/>
            <ac:spMk id="3" creationId="{B0BA5349-EC47-318B-1A0B-304DBE98F9FA}"/>
          </ac:spMkLst>
        </pc:spChg>
      </pc:sldChg>
      <pc:sldChg chg="modSp">
        <pc:chgData name="S, Rajendra Kumar (Contractor)" userId="56d71585-75d4-484c-b8af-e7b48ede83b8" providerId="ADAL" clId="{EC66267B-701E-41A9-98F0-06003D4ABF69}" dt="2025-10-01T07:49:06.961" v="1389"/>
        <pc:sldMkLst>
          <pc:docMk/>
          <pc:sldMk cId="3531065200" sldId="299"/>
        </pc:sldMkLst>
        <pc:spChg chg="mod">
          <ac:chgData name="S, Rajendra Kumar (Contractor)" userId="56d71585-75d4-484c-b8af-e7b48ede83b8" providerId="ADAL" clId="{EC66267B-701E-41A9-98F0-06003D4ABF69}" dt="2025-10-01T07:49:06.961" v="1389"/>
          <ac:spMkLst>
            <pc:docMk/>
            <pc:sldMk cId="3531065200" sldId="299"/>
            <ac:spMk id="2" creationId="{30AC8B6D-40B2-CE15-56D4-68073ED32736}"/>
          </ac:spMkLst>
        </pc:spChg>
        <pc:spChg chg="mod">
          <ac:chgData name="S, Rajendra Kumar (Contractor)" userId="56d71585-75d4-484c-b8af-e7b48ede83b8" providerId="ADAL" clId="{EC66267B-701E-41A9-98F0-06003D4ABF69}" dt="2025-10-01T07:49:06.961" v="1389"/>
          <ac:spMkLst>
            <pc:docMk/>
            <pc:sldMk cId="3531065200" sldId="299"/>
            <ac:spMk id="3" creationId="{C335E56A-0396-60D7-6A41-0AE8780E07A8}"/>
          </ac:spMkLst>
        </pc:spChg>
      </pc:sldChg>
      <pc:sldChg chg="modSp">
        <pc:chgData name="S, Rajendra Kumar (Contractor)" userId="56d71585-75d4-484c-b8af-e7b48ede83b8" providerId="ADAL" clId="{EC66267B-701E-41A9-98F0-06003D4ABF69}" dt="2025-10-01T07:49:06.961" v="1389"/>
        <pc:sldMkLst>
          <pc:docMk/>
          <pc:sldMk cId="20113785" sldId="300"/>
        </pc:sldMkLst>
        <pc:spChg chg="mod">
          <ac:chgData name="S, Rajendra Kumar (Contractor)" userId="56d71585-75d4-484c-b8af-e7b48ede83b8" providerId="ADAL" clId="{EC66267B-701E-41A9-98F0-06003D4ABF69}" dt="2025-10-01T07:49:06.961" v="1389"/>
          <ac:spMkLst>
            <pc:docMk/>
            <pc:sldMk cId="20113785" sldId="300"/>
            <ac:spMk id="2" creationId="{AB79C73E-0A1B-18EF-3856-0D26AEC32A5C}"/>
          </ac:spMkLst>
        </pc:spChg>
        <pc:spChg chg="mod">
          <ac:chgData name="S, Rajendra Kumar (Contractor)" userId="56d71585-75d4-484c-b8af-e7b48ede83b8" providerId="ADAL" clId="{EC66267B-701E-41A9-98F0-06003D4ABF69}" dt="2025-10-01T07:49:06.961" v="1389"/>
          <ac:spMkLst>
            <pc:docMk/>
            <pc:sldMk cId="20113785" sldId="300"/>
            <ac:spMk id="3" creationId="{514D4DF5-8058-3E88-1348-133610BBD10E}"/>
          </ac:spMkLst>
        </pc:spChg>
      </pc:sldChg>
      <pc:sldChg chg="modSp">
        <pc:chgData name="S, Rajendra Kumar (Contractor)" userId="56d71585-75d4-484c-b8af-e7b48ede83b8" providerId="ADAL" clId="{EC66267B-701E-41A9-98F0-06003D4ABF69}" dt="2025-10-01T07:49:06.961" v="1389"/>
        <pc:sldMkLst>
          <pc:docMk/>
          <pc:sldMk cId="2056063889" sldId="301"/>
        </pc:sldMkLst>
        <pc:spChg chg="mod">
          <ac:chgData name="S, Rajendra Kumar (Contractor)" userId="56d71585-75d4-484c-b8af-e7b48ede83b8" providerId="ADAL" clId="{EC66267B-701E-41A9-98F0-06003D4ABF69}" dt="2025-10-01T07:49:06.961" v="1389"/>
          <ac:spMkLst>
            <pc:docMk/>
            <pc:sldMk cId="2056063889" sldId="301"/>
            <ac:spMk id="2" creationId="{F5B26888-9F41-4175-7C8E-760EF9A86A08}"/>
          </ac:spMkLst>
        </pc:spChg>
        <pc:spChg chg="mod">
          <ac:chgData name="S, Rajendra Kumar (Contractor)" userId="56d71585-75d4-484c-b8af-e7b48ede83b8" providerId="ADAL" clId="{EC66267B-701E-41A9-98F0-06003D4ABF69}" dt="2025-10-01T07:49:06.961" v="1389"/>
          <ac:spMkLst>
            <pc:docMk/>
            <pc:sldMk cId="2056063889" sldId="301"/>
            <ac:spMk id="3" creationId="{E083BE94-DEAD-A286-6059-561758F7D960}"/>
          </ac:spMkLst>
        </pc:spChg>
      </pc:sldChg>
      <pc:sldChg chg="modSp">
        <pc:chgData name="S, Rajendra Kumar (Contractor)" userId="56d71585-75d4-484c-b8af-e7b48ede83b8" providerId="ADAL" clId="{EC66267B-701E-41A9-98F0-06003D4ABF69}" dt="2025-10-01T07:49:06.961" v="1389"/>
        <pc:sldMkLst>
          <pc:docMk/>
          <pc:sldMk cId="388500030" sldId="302"/>
        </pc:sldMkLst>
        <pc:spChg chg="mod">
          <ac:chgData name="S, Rajendra Kumar (Contractor)" userId="56d71585-75d4-484c-b8af-e7b48ede83b8" providerId="ADAL" clId="{EC66267B-701E-41A9-98F0-06003D4ABF69}" dt="2025-10-01T07:49:06.961" v="1389"/>
          <ac:spMkLst>
            <pc:docMk/>
            <pc:sldMk cId="388500030" sldId="302"/>
            <ac:spMk id="2" creationId="{8988CDD7-5556-67F7-5104-AF523BAE385E}"/>
          </ac:spMkLst>
        </pc:spChg>
        <pc:spChg chg="mod">
          <ac:chgData name="S, Rajendra Kumar (Contractor)" userId="56d71585-75d4-484c-b8af-e7b48ede83b8" providerId="ADAL" clId="{EC66267B-701E-41A9-98F0-06003D4ABF69}" dt="2025-10-01T07:49:06.961" v="1389"/>
          <ac:spMkLst>
            <pc:docMk/>
            <pc:sldMk cId="388500030" sldId="302"/>
            <ac:spMk id="3" creationId="{8346DD50-1A5B-426A-3475-BF840059F333}"/>
          </ac:spMkLst>
        </pc:spChg>
      </pc:sldChg>
      <pc:sldChg chg="modSp">
        <pc:chgData name="S, Rajendra Kumar (Contractor)" userId="56d71585-75d4-484c-b8af-e7b48ede83b8" providerId="ADAL" clId="{EC66267B-701E-41A9-98F0-06003D4ABF69}" dt="2025-10-01T07:49:06.961" v="1389"/>
        <pc:sldMkLst>
          <pc:docMk/>
          <pc:sldMk cId="500517315" sldId="303"/>
        </pc:sldMkLst>
        <pc:spChg chg="mod">
          <ac:chgData name="S, Rajendra Kumar (Contractor)" userId="56d71585-75d4-484c-b8af-e7b48ede83b8" providerId="ADAL" clId="{EC66267B-701E-41A9-98F0-06003D4ABF69}" dt="2025-10-01T07:49:06.961" v="1389"/>
          <ac:spMkLst>
            <pc:docMk/>
            <pc:sldMk cId="500517315" sldId="303"/>
            <ac:spMk id="2" creationId="{9988A56B-8756-A395-D856-B58395D07D8F}"/>
          </ac:spMkLst>
        </pc:spChg>
        <pc:spChg chg="mod">
          <ac:chgData name="S, Rajendra Kumar (Contractor)" userId="56d71585-75d4-484c-b8af-e7b48ede83b8" providerId="ADAL" clId="{EC66267B-701E-41A9-98F0-06003D4ABF69}" dt="2025-10-01T07:49:06.961" v="1389"/>
          <ac:spMkLst>
            <pc:docMk/>
            <pc:sldMk cId="500517315" sldId="303"/>
            <ac:spMk id="3" creationId="{76E97AB2-FFAD-82A0-5E72-22A4BB73786B}"/>
          </ac:spMkLst>
        </pc:spChg>
      </pc:sldChg>
      <pc:sldChg chg="modSp">
        <pc:chgData name="S, Rajendra Kumar (Contractor)" userId="56d71585-75d4-484c-b8af-e7b48ede83b8" providerId="ADAL" clId="{EC66267B-701E-41A9-98F0-06003D4ABF69}" dt="2025-10-01T07:49:06.961" v="1389"/>
        <pc:sldMkLst>
          <pc:docMk/>
          <pc:sldMk cId="2592652266" sldId="304"/>
        </pc:sldMkLst>
        <pc:spChg chg="mod">
          <ac:chgData name="S, Rajendra Kumar (Contractor)" userId="56d71585-75d4-484c-b8af-e7b48ede83b8" providerId="ADAL" clId="{EC66267B-701E-41A9-98F0-06003D4ABF69}" dt="2025-10-01T07:49:06.961" v="1389"/>
          <ac:spMkLst>
            <pc:docMk/>
            <pc:sldMk cId="2592652266" sldId="304"/>
            <ac:spMk id="2" creationId="{2F969093-20AD-8B58-446F-BC11641CEC21}"/>
          </ac:spMkLst>
        </pc:spChg>
        <pc:spChg chg="mod">
          <ac:chgData name="S, Rajendra Kumar (Contractor)" userId="56d71585-75d4-484c-b8af-e7b48ede83b8" providerId="ADAL" clId="{EC66267B-701E-41A9-98F0-06003D4ABF69}" dt="2025-10-01T07:49:06.961" v="1389"/>
          <ac:spMkLst>
            <pc:docMk/>
            <pc:sldMk cId="2592652266" sldId="304"/>
            <ac:spMk id="3" creationId="{1C3910E0-B4A4-2CFD-8BE1-2AC5A36903FD}"/>
          </ac:spMkLst>
        </pc:spChg>
      </pc:sldChg>
      <pc:sldChg chg="modSp">
        <pc:chgData name="S, Rajendra Kumar (Contractor)" userId="56d71585-75d4-484c-b8af-e7b48ede83b8" providerId="ADAL" clId="{EC66267B-701E-41A9-98F0-06003D4ABF69}" dt="2025-10-01T07:49:06.961" v="1389"/>
        <pc:sldMkLst>
          <pc:docMk/>
          <pc:sldMk cId="2860485131" sldId="305"/>
        </pc:sldMkLst>
        <pc:spChg chg="mod">
          <ac:chgData name="S, Rajendra Kumar (Contractor)" userId="56d71585-75d4-484c-b8af-e7b48ede83b8" providerId="ADAL" clId="{EC66267B-701E-41A9-98F0-06003D4ABF69}" dt="2025-10-01T07:49:06.961" v="1389"/>
          <ac:spMkLst>
            <pc:docMk/>
            <pc:sldMk cId="2860485131" sldId="305"/>
            <ac:spMk id="2" creationId="{3C58CF2B-84A1-B01C-07FB-8037CD1AB18B}"/>
          </ac:spMkLst>
        </pc:spChg>
        <pc:spChg chg="mod">
          <ac:chgData name="S, Rajendra Kumar (Contractor)" userId="56d71585-75d4-484c-b8af-e7b48ede83b8" providerId="ADAL" clId="{EC66267B-701E-41A9-98F0-06003D4ABF69}" dt="2025-10-01T07:49:06.961" v="1389"/>
          <ac:spMkLst>
            <pc:docMk/>
            <pc:sldMk cId="2860485131" sldId="305"/>
            <ac:spMk id="3" creationId="{8E3B832B-9462-F4FF-AA15-FDAACAB3C2ED}"/>
          </ac:spMkLst>
        </pc:spChg>
      </pc:sldChg>
      <pc:sldChg chg="modSp">
        <pc:chgData name="S, Rajendra Kumar (Contractor)" userId="56d71585-75d4-484c-b8af-e7b48ede83b8" providerId="ADAL" clId="{EC66267B-701E-41A9-98F0-06003D4ABF69}" dt="2025-10-01T07:49:06.961" v="1389"/>
        <pc:sldMkLst>
          <pc:docMk/>
          <pc:sldMk cId="3368040481" sldId="306"/>
        </pc:sldMkLst>
        <pc:spChg chg="mod">
          <ac:chgData name="S, Rajendra Kumar (Contractor)" userId="56d71585-75d4-484c-b8af-e7b48ede83b8" providerId="ADAL" clId="{EC66267B-701E-41A9-98F0-06003D4ABF69}" dt="2025-10-01T07:49:06.961" v="1389"/>
          <ac:spMkLst>
            <pc:docMk/>
            <pc:sldMk cId="3368040481" sldId="306"/>
            <ac:spMk id="2" creationId="{7398C5F8-EF6A-0C8A-4F0F-854F0DD09AD0}"/>
          </ac:spMkLst>
        </pc:spChg>
        <pc:spChg chg="mod">
          <ac:chgData name="S, Rajendra Kumar (Contractor)" userId="56d71585-75d4-484c-b8af-e7b48ede83b8" providerId="ADAL" clId="{EC66267B-701E-41A9-98F0-06003D4ABF69}" dt="2025-10-01T07:49:06.961" v="1389"/>
          <ac:spMkLst>
            <pc:docMk/>
            <pc:sldMk cId="3368040481" sldId="306"/>
            <ac:spMk id="3" creationId="{BAE2018B-75AD-54D4-F4AF-42A5052FB91A}"/>
          </ac:spMkLst>
        </pc:spChg>
      </pc:sldChg>
      <pc:sldChg chg="modSp">
        <pc:chgData name="S, Rajendra Kumar (Contractor)" userId="56d71585-75d4-484c-b8af-e7b48ede83b8" providerId="ADAL" clId="{EC66267B-701E-41A9-98F0-06003D4ABF69}" dt="2025-10-01T07:49:06.961" v="1389"/>
        <pc:sldMkLst>
          <pc:docMk/>
          <pc:sldMk cId="2499396490" sldId="307"/>
        </pc:sldMkLst>
        <pc:spChg chg="mod">
          <ac:chgData name="S, Rajendra Kumar (Contractor)" userId="56d71585-75d4-484c-b8af-e7b48ede83b8" providerId="ADAL" clId="{EC66267B-701E-41A9-98F0-06003D4ABF69}" dt="2025-10-01T07:49:06.961" v="1389"/>
          <ac:spMkLst>
            <pc:docMk/>
            <pc:sldMk cId="2499396490" sldId="307"/>
            <ac:spMk id="4" creationId="{F40E7EB0-2C0E-26CB-4D42-0A31875C0195}"/>
          </ac:spMkLst>
        </pc:spChg>
        <pc:spChg chg="mod">
          <ac:chgData name="S, Rajendra Kumar (Contractor)" userId="56d71585-75d4-484c-b8af-e7b48ede83b8" providerId="ADAL" clId="{EC66267B-701E-41A9-98F0-06003D4ABF69}" dt="2025-10-01T07:49:06.961" v="1389"/>
          <ac:spMkLst>
            <pc:docMk/>
            <pc:sldMk cId="2499396490" sldId="307"/>
            <ac:spMk id="5" creationId="{C7E967A4-2F18-6007-6581-A5898318D3F0}"/>
          </ac:spMkLst>
        </pc:spChg>
      </pc:sldChg>
      <pc:sldChg chg="modSp">
        <pc:chgData name="S, Rajendra Kumar (Contractor)" userId="56d71585-75d4-484c-b8af-e7b48ede83b8" providerId="ADAL" clId="{EC66267B-701E-41A9-98F0-06003D4ABF69}" dt="2025-10-01T07:49:06.961" v="1389"/>
        <pc:sldMkLst>
          <pc:docMk/>
          <pc:sldMk cId="1613379035" sldId="308"/>
        </pc:sldMkLst>
        <pc:spChg chg="mod">
          <ac:chgData name="S, Rajendra Kumar (Contractor)" userId="56d71585-75d4-484c-b8af-e7b48ede83b8" providerId="ADAL" clId="{EC66267B-701E-41A9-98F0-06003D4ABF69}" dt="2025-10-01T07:49:06.961" v="1389"/>
          <ac:spMkLst>
            <pc:docMk/>
            <pc:sldMk cId="1613379035" sldId="308"/>
            <ac:spMk id="2" creationId="{D9F09020-C6A4-4AE6-F99C-203C529E5D8E}"/>
          </ac:spMkLst>
        </pc:spChg>
        <pc:spChg chg="mod">
          <ac:chgData name="S, Rajendra Kumar (Contractor)" userId="56d71585-75d4-484c-b8af-e7b48ede83b8" providerId="ADAL" clId="{EC66267B-701E-41A9-98F0-06003D4ABF69}" dt="2025-10-01T07:49:06.961" v="1389"/>
          <ac:spMkLst>
            <pc:docMk/>
            <pc:sldMk cId="1613379035" sldId="308"/>
            <ac:spMk id="3" creationId="{6E4C31F1-0B2E-0A10-0DA2-710D551094D1}"/>
          </ac:spMkLst>
        </pc:spChg>
      </pc:sldChg>
      <pc:sldChg chg="modSp">
        <pc:chgData name="S, Rajendra Kumar (Contractor)" userId="56d71585-75d4-484c-b8af-e7b48ede83b8" providerId="ADAL" clId="{EC66267B-701E-41A9-98F0-06003D4ABF69}" dt="2025-10-01T07:49:06.961" v="1389"/>
        <pc:sldMkLst>
          <pc:docMk/>
          <pc:sldMk cId="4128894570" sldId="309"/>
        </pc:sldMkLst>
        <pc:spChg chg="mod">
          <ac:chgData name="S, Rajendra Kumar (Contractor)" userId="56d71585-75d4-484c-b8af-e7b48ede83b8" providerId="ADAL" clId="{EC66267B-701E-41A9-98F0-06003D4ABF69}" dt="2025-10-01T07:49:06.961" v="1389"/>
          <ac:spMkLst>
            <pc:docMk/>
            <pc:sldMk cId="4128894570" sldId="309"/>
            <ac:spMk id="4" creationId="{E6D3D767-88F7-45E5-EBEF-2EEB02D2C536}"/>
          </ac:spMkLst>
        </pc:spChg>
        <pc:spChg chg="mod">
          <ac:chgData name="S, Rajendra Kumar (Contractor)" userId="56d71585-75d4-484c-b8af-e7b48ede83b8" providerId="ADAL" clId="{EC66267B-701E-41A9-98F0-06003D4ABF69}" dt="2025-10-01T07:49:06.961" v="1389"/>
          <ac:spMkLst>
            <pc:docMk/>
            <pc:sldMk cId="4128894570" sldId="309"/>
            <ac:spMk id="5" creationId="{4E892D45-ECF3-01FB-1A56-7DB2BD073C74}"/>
          </ac:spMkLst>
        </pc:spChg>
      </pc:sldChg>
      <pc:sldChg chg="modSp">
        <pc:chgData name="S, Rajendra Kumar (Contractor)" userId="56d71585-75d4-484c-b8af-e7b48ede83b8" providerId="ADAL" clId="{EC66267B-701E-41A9-98F0-06003D4ABF69}" dt="2025-10-01T07:49:06.961" v="1389"/>
        <pc:sldMkLst>
          <pc:docMk/>
          <pc:sldMk cId="3136010495" sldId="310"/>
        </pc:sldMkLst>
        <pc:spChg chg="mod">
          <ac:chgData name="S, Rajendra Kumar (Contractor)" userId="56d71585-75d4-484c-b8af-e7b48ede83b8" providerId="ADAL" clId="{EC66267B-701E-41A9-98F0-06003D4ABF69}" dt="2025-10-01T07:49:06.961" v="1389"/>
          <ac:spMkLst>
            <pc:docMk/>
            <pc:sldMk cId="3136010495" sldId="310"/>
            <ac:spMk id="2" creationId="{238E0FEA-EDD6-10FC-82CD-03F6AE6F30D3}"/>
          </ac:spMkLst>
        </pc:spChg>
        <pc:spChg chg="mod">
          <ac:chgData name="S, Rajendra Kumar (Contractor)" userId="56d71585-75d4-484c-b8af-e7b48ede83b8" providerId="ADAL" clId="{EC66267B-701E-41A9-98F0-06003D4ABF69}" dt="2025-10-01T07:49:06.961" v="1389"/>
          <ac:spMkLst>
            <pc:docMk/>
            <pc:sldMk cId="3136010495" sldId="310"/>
            <ac:spMk id="3" creationId="{36AAFD40-7920-6056-3EC5-F008B2AA4CC4}"/>
          </ac:spMkLst>
        </pc:spChg>
      </pc:sldChg>
      <pc:sldChg chg="modSp">
        <pc:chgData name="S, Rajendra Kumar (Contractor)" userId="56d71585-75d4-484c-b8af-e7b48ede83b8" providerId="ADAL" clId="{EC66267B-701E-41A9-98F0-06003D4ABF69}" dt="2025-10-01T07:49:06.961" v="1389"/>
        <pc:sldMkLst>
          <pc:docMk/>
          <pc:sldMk cId="3794747676" sldId="311"/>
        </pc:sldMkLst>
        <pc:spChg chg="mod">
          <ac:chgData name="S, Rajendra Kumar (Contractor)" userId="56d71585-75d4-484c-b8af-e7b48ede83b8" providerId="ADAL" clId="{EC66267B-701E-41A9-98F0-06003D4ABF69}" dt="2025-10-01T07:49:06.961" v="1389"/>
          <ac:spMkLst>
            <pc:docMk/>
            <pc:sldMk cId="3794747676" sldId="311"/>
            <ac:spMk id="2" creationId="{B8869AC5-C190-9755-E8F2-B9B6B0164EE5}"/>
          </ac:spMkLst>
        </pc:spChg>
        <pc:spChg chg="mod">
          <ac:chgData name="S, Rajendra Kumar (Contractor)" userId="56d71585-75d4-484c-b8af-e7b48ede83b8" providerId="ADAL" clId="{EC66267B-701E-41A9-98F0-06003D4ABF69}" dt="2025-10-01T07:49:06.961" v="1389"/>
          <ac:spMkLst>
            <pc:docMk/>
            <pc:sldMk cId="3794747676" sldId="311"/>
            <ac:spMk id="3" creationId="{7BC69F7F-BEE6-E2EB-E907-05314213534C}"/>
          </ac:spMkLst>
        </pc:spChg>
      </pc:sldChg>
      <pc:sldChg chg="modSp">
        <pc:chgData name="S, Rajendra Kumar (Contractor)" userId="56d71585-75d4-484c-b8af-e7b48ede83b8" providerId="ADAL" clId="{EC66267B-701E-41A9-98F0-06003D4ABF69}" dt="2025-10-01T07:49:06.961" v="1389"/>
        <pc:sldMkLst>
          <pc:docMk/>
          <pc:sldMk cId="586400602" sldId="312"/>
        </pc:sldMkLst>
        <pc:spChg chg="mod">
          <ac:chgData name="S, Rajendra Kumar (Contractor)" userId="56d71585-75d4-484c-b8af-e7b48ede83b8" providerId="ADAL" clId="{EC66267B-701E-41A9-98F0-06003D4ABF69}" dt="2025-10-01T07:49:06.961" v="1389"/>
          <ac:spMkLst>
            <pc:docMk/>
            <pc:sldMk cId="586400602" sldId="312"/>
            <ac:spMk id="2" creationId="{9A77C6A1-6519-AB45-7105-3C4044775BF7}"/>
          </ac:spMkLst>
        </pc:spChg>
        <pc:spChg chg="mod">
          <ac:chgData name="S, Rajendra Kumar (Contractor)" userId="56d71585-75d4-484c-b8af-e7b48ede83b8" providerId="ADAL" clId="{EC66267B-701E-41A9-98F0-06003D4ABF69}" dt="2025-10-01T07:49:06.961" v="1389"/>
          <ac:spMkLst>
            <pc:docMk/>
            <pc:sldMk cId="586400602" sldId="312"/>
            <ac:spMk id="3" creationId="{31FD0E81-C1AC-52A7-2252-EC80D70222F7}"/>
          </ac:spMkLst>
        </pc:spChg>
      </pc:sldChg>
      <pc:sldChg chg="modSp ord">
        <pc:chgData name="S, Rajendra Kumar (Contractor)" userId="56d71585-75d4-484c-b8af-e7b48ede83b8" providerId="ADAL" clId="{EC66267B-701E-41A9-98F0-06003D4ABF69}" dt="2025-10-01T07:49:06.961" v="1389"/>
        <pc:sldMkLst>
          <pc:docMk/>
          <pc:sldMk cId="4215800345" sldId="313"/>
        </pc:sldMkLst>
        <pc:spChg chg="mod">
          <ac:chgData name="S, Rajendra Kumar (Contractor)" userId="56d71585-75d4-484c-b8af-e7b48ede83b8" providerId="ADAL" clId="{EC66267B-701E-41A9-98F0-06003D4ABF69}" dt="2025-10-01T07:49:06.961" v="1389"/>
          <ac:spMkLst>
            <pc:docMk/>
            <pc:sldMk cId="4215800345" sldId="313"/>
            <ac:spMk id="2" creationId="{95D94C64-4767-1716-46B2-597C61C696DD}"/>
          </ac:spMkLst>
        </pc:spChg>
        <pc:spChg chg="mod">
          <ac:chgData name="S, Rajendra Kumar (Contractor)" userId="56d71585-75d4-484c-b8af-e7b48ede83b8" providerId="ADAL" clId="{EC66267B-701E-41A9-98F0-06003D4ABF69}" dt="2025-10-01T07:49:06.961" v="1389"/>
          <ac:spMkLst>
            <pc:docMk/>
            <pc:sldMk cId="4215800345" sldId="313"/>
            <ac:spMk id="3" creationId="{0552ACD7-F750-C939-5F9F-2C20C7C7E1C0}"/>
          </ac:spMkLst>
        </pc:spChg>
      </pc:sldChg>
      <pc:sldChg chg="modSp">
        <pc:chgData name="S, Rajendra Kumar (Contractor)" userId="56d71585-75d4-484c-b8af-e7b48ede83b8" providerId="ADAL" clId="{EC66267B-701E-41A9-98F0-06003D4ABF69}" dt="2025-10-01T07:49:06.961" v="1389"/>
        <pc:sldMkLst>
          <pc:docMk/>
          <pc:sldMk cId="935764517" sldId="314"/>
        </pc:sldMkLst>
        <pc:spChg chg="mod">
          <ac:chgData name="S, Rajendra Kumar (Contractor)" userId="56d71585-75d4-484c-b8af-e7b48ede83b8" providerId="ADAL" clId="{EC66267B-701E-41A9-98F0-06003D4ABF69}" dt="2025-10-01T07:49:06.961" v="1389"/>
          <ac:spMkLst>
            <pc:docMk/>
            <pc:sldMk cId="935764517" sldId="314"/>
            <ac:spMk id="2" creationId="{FA150B2F-5487-AE18-2D22-D393C3F93ADE}"/>
          </ac:spMkLst>
        </pc:spChg>
        <pc:spChg chg="mod">
          <ac:chgData name="S, Rajendra Kumar (Contractor)" userId="56d71585-75d4-484c-b8af-e7b48ede83b8" providerId="ADAL" clId="{EC66267B-701E-41A9-98F0-06003D4ABF69}" dt="2025-10-01T07:49:06.961" v="1389"/>
          <ac:spMkLst>
            <pc:docMk/>
            <pc:sldMk cId="935764517" sldId="314"/>
            <ac:spMk id="3" creationId="{E0729646-3B94-2819-21C6-9DEB706C0FA7}"/>
          </ac:spMkLst>
        </pc:spChg>
      </pc:sldChg>
      <pc:sldChg chg="modSp mod">
        <pc:chgData name="S, Rajendra Kumar (Contractor)" userId="56d71585-75d4-484c-b8af-e7b48ede83b8" providerId="ADAL" clId="{EC66267B-701E-41A9-98F0-06003D4ABF69}" dt="2025-10-07T14:35:57.790" v="1411" actId="6549"/>
        <pc:sldMkLst>
          <pc:docMk/>
          <pc:sldMk cId="2933456659" sldId="315"/>
        </pc:sldMkLst>
        <pc:spChg chg="mod">
          <ac:chgData name="S, Rajendra Kumar (Contractor)" userId="56d71585-75d4-484c-b8af-e7b48ede83b8" providerId="ADAL" clId="{EC66267B-701E-41A9-98F0-06003D4ABF69}" dt="2025-10-01T07:49:06.961" v="1389"/>
          <ac:spMkLst>
            <pc:docMk/>
            <pc:sldMk cId="2933456659" sldId="315"/>
            <ac:spMk id="2" creationId="{ABA13B5D-723D-8707-53DA-B7417A7D72FA}"/>
          </ac:spMkLst>
        </pc:spChg>
        <pc:spChg chg="mod">
          <ac:chgData name="S, Rajendra Kumar (Contractor)" userId="56d71585-75d4-484c-b8af-e7b48ede83b8" providerId="ADAL" clId="{EC66267B-701E-41A9-98F0-06003D4ABF69}" dt="2025-10-07T14:35:57.790" v="1411" actId="6549"/>
          <ac:spMkLst>
            <pc:docMk/>
            <pc:sldMk cId="2933456659" sldId="315"/>
            <ac:spMk id="3" creationId="{809DEBCB-69CA-1F5F-14A2-2681ACD94472}"/>
          </ac:spMkLst>
        </pc:spChg>
      </pc:sldChg>
      <pc:sldChg chg="modSp">
        <pc:chgData name="S, Rajendra Kumar (Contractor)" userId="56d71585-75d4-484c-b8af-e7b48ede83b8" providerId="ADAL" clId="{EC66267B-701E-41A9-98F0-06003D4ABF69}" dt="2025-10-01T07:49:06.961" v="1389"/>
        <pc:sldMkLst>
          <pc:docMk/>
          <pc:sldMk cId="644521865" sldId="316"/>
        </pc:sldMkLst>
        <pc:spChg chg="mod">
          <ac:chgData name="S, Rajendra Kumar (Contractor)" userId="56d71585-75d4-484c-b8af-e7b48ede83b8" providerId="ADAL" clId="{EC66267B-701E-41A9-98F0-06003D4ABF69}" dt="2025-10-01T07:49:06.961" v="1389"/>
          <ac:spMkLst>
            <pc:docMk/>
            <pc:sldMk cId="644521865" sldId="316"/>
            <ac:spMk id="2" creationId="{2ECA1E1F-6A1E-851C-D893-715E83CB1079}"/>
          </ac:spMkLst>
        </pc:spChg>
        <pc:spChg chg="mod">
          <ac:chgData name="S, Rajendra Kumar (Contractor)" userId="56d71585-75d4-484c-b8af-e7b48ede83b8" providerId="ADAL" clId="{EC66267B-701E-41A9-98F0-06003D4ABF69}" dt="2025-10-01T07:49:06.961" v="1389"/>
          <ac:spMkLst>
            <pc:docMk/>
            <pc:sldMk cId="644521865" sldId="316"/>
            <ac:spMk id="3" creationId="{75D5A9EF-17D8-5842-7C3D-38F8CF88D194}"/>
          </ac:spMkLst>
        </pc:spChg>
      </pc:sldChg>
      <pc:sldChg chg="modSp">
        <pc:chgData name="S, Rajendra Kumar (Contractor)" userId="56d71585-75d4-484c-b8af-e7b48ede83b8" providerId="ADAL" clId="{EC66267B-701E-41A9-98F0-06003D4ABF69}" dt="2025-10-01T07:49:06.961" v="1389"/>
        <pc:sldMkLst>
          <pc:docMk/>
          <pc:sldMk cId="676012665" sldId="317"/>
        </pc:sldMkLst>
        <pc:spChg chg="mod">
          <ac:chgData name="S, Rajendra Kumar (Contractor)" userId="56d71585-75d4-484c-b8af-e7b48ede83b8" providerId="ADAL" clId="{EC66267B-701E-41A9-98F0-06003D4ABF69}" dt="2025-10-01T07:49:06.961" v="1389"/>
          <ac:spMkLst>
            <pc:docMk/>
            <pc:sldMk cId="676012665" sldId="317"/>
            <ac:spMk id="2" creationId="{82D170A2-3EEF-3470-5EA9-CC7EA7D9BB3A}"/>
          </ac:spMkLst>
        </pc:spChg>
        <pc:spChg chg="mod">
          <ac:chgData name="S, Rajendra Kumar (Contractor)" userId="56d71585-75d4-484c-b8af-e7b48ede83b8" providerId="ADAL" clId="{EC66267B-701E-41A9-98F0-06003D4ABF69}" dt="2025-10-01T07:49:06.961" v="1389"/>
          <ac:spMkLst>
            <pc:docMk/>
            <pc:sldMk cId="676012665" sldId="317"/>
            <ac:spMk id="3" creationId="{4250A488-39D9-26D8-CA58-FA1BCA2AB89D}"/>
          </ac:spMkLst>
        </pc:spChg>
      </pc:sldChg>
      <pc:sldChg chg="modSp mod">
        <pc:chgData name="S, Rajendra Kumar (Contractor)" userId="56d71585-75d4-484c-b8af-e7b48ede83b8" providerId="ADAL" clId="{EC66267B-701E-41A9-98F0-06003D4ABF69}" dt="2025-10-01T08:27:58.409" v="1401" actId="27636"/>
        <pc:sldMkLst>
          <pc:docMk/>
          <pc:sldMk cId="2582163654" sldId="318"/>
        </pc:sldMkLst>
        <pc:spChg chg="mod">
          <ac:chgData name="S, Rajendra Kumar (Contractor)" userId="56d71585-75d4-484c-b8af-e7b48ede83b8" providerId="ADAL" clId="{EC66267B-701E-41A9-98F0-06003D4ABF69}" dt="2025-10-01T07:49:06.961" v="1389"/>
          <ac:spMkLst>
            <pc:docMk/>
            <pc:sldMk cId="2582163654" sldId="318"/>
            <ac:spMk id="2" creationId="{FFB73900-B23C-D9FE-5817-AA3F59F72421}"/>
          </ac:spMkLst>
        </pc:spChg>
        <pc:spChg chg="mod">
          <ac:chgData name="S, Rajendra Kumar (Contractor)" userId="56d71585-75d4-484c-b8af-e7b48ede83b8" providerId="ADAL" clId="{EC66267B-701E-41A9-98F0-06003D4ABF69}" dt="2025-10-01T08:27:58.409" v="1401" actId="27636"/>
          <ac:spMkLst>
            <pc:docMk/>
            <pc:sldMk cId="2582163654" sldId="318"/>
            <ac:spMk id="3" creationId="{544E868C-A6DD-F312-C9B6-8C84D1999D5D}"/>
          </ac:spMkLst>
        </pc:spChg>
      </pc:sldChg>
      <pc:sldChg chg="modSp">
        <pc:chgData name="S, Rajendra Kumar (Contractor)" userId="56d71585-75d4-484c-b8af-e7b48ede83b8" providerId="ADAL" clId="{EC66267B-701E-41A9-98F0-06003D4ABF69}" dt="2025-10-01T07:49:06.961" v="1389"/>
        <pc:sldMkLst>
          <pc:docMk/>
          <pc:sldMk cId="3689979119" sldId="319"/>
        </pc:sldMkLst>
        <pc:spChg chg="mod">
          <ac:chgData name="S, Rajendra Kumar (Contractor)" userId="56d71585-75d4-484c-b8af-e7b48ede83b8" providerId="ADAL" clId="{EC66267B-701E-41A9-98F0-06003D4ABF69}" dt="2025-10-01T07:49:06.961" v="1389"/>
          <ac:spMkLst>
            <pc:docMk/>
            <pc:sldMk cId="3689979119" sldId="319"/>
            <ac:spMk id="2" creationId="{42547091-CA0C-0938-1794-552EA3C04BF2}"/>
          </ac:spMkLst>
        </pc:spChg>
        <pc:spChg chg="mod">
          <ac:chgData name="S, Rajendra Kumar (Contractor)" userId="56d71585-75d4-484c-b8af-e7b48ede83b8" providerId="ADAL" clId="{EC66267B-701E-41A9-98F0-06003D4ABF69}" dt="2025-10-01T07:49:06.961" v="1389"/>
          <ac:spMkLst>
            <pc:docMk/>
            <pc:sldMk cId="3689979119" sldId="319"/>
            <ac:spMk id="3" creationId="{7B0F217B-9D3C-744D-AE68-D21151357A55}"/>
          </ac:spMkLst>
        </pc:spChg>
      </pc:sldChg>
      <pc:sldChg chg="modSp">
        <pc:chgData name="S, Rajendra Kumar (Contractor)" userId="56d71585-75d4-484c-b8af-e7b48ede83b8" providerId="ADAL" clId="{EC66267B-701E-41A9-98F0-06003D4ABF69}" dt="2025-10-01T07:49:06.961" v="1389"/>
        <pc:sldMkLst>
          <pc:docMk/>
          <pc:sldMk cId="3736983737" sldId="320"/>
        </pc:sldMkLst>
        <pc:spChg chg="mod">
          <ac:chgData name="S, Rajendra Kumar (Contractor)" userId="56d71585-75d4-484c-b8af-e7b48ede83b8" providerId="ADAL" clId="{EC66267B-701E-41A9-98F0-06003D4ABF69}" dt="2025-10-01T07:49:06.961" v="1389"/>
          <ac:spMkLst>
            <pc:docMk/>
            <pc:sldMk cId="3736983737" sldId="320"/>
            <ac:spMk id="2" creationId="{7DE7A6FE-89ED-8891-D7D7-C67063CBD369}"/>
          </ac:spMkLst>
        </pc:spChg>
        <pc:spChg chg="mod">
          <ac:chgData name="S, Rajendra Kumar (Contractor)" userId="56d71585-75d4-484c-b8af-e7b48ede83b8" providerId="ADAL" clId="{EC66267B-701E-41A9-98F0-06003D4ABF69}" dt="2025-10-01T07:49:06.961" v="1389"/>
          <ac:spMkLst>
            <pc:docMk/>
            <pc:sldMk cId="3736983737" sldId="320"/>
            <ac:spMk id="3" creationId="{2C742A86-28C3-8A9D-4C0B-FE63B9839642}"/>
          </ac:spMkLst>
        </pc:spChg>
      </pc:sldChg>
      <pc:sldChg chg="modSp">
        <pc:chgData name="S, Rajendra Kumar (Contractor)" userId="56d71585-75d4-484c-b8af-e7b48ede83b8" providerId="ADAL" clId="{EC66267B-701E-41A9-98F0-06003D4ABF69}" dt="2025-10-01T07:49:06.961" v="1389"/>
        <pc:sldMkLst>
          <pc:docMk/>
          <pc:sldMk cId="2879869819" sldId="321"/>
        </pc:sldMkLst>
        <pc:spChg chg="mod">
          <ac:chgData name="S, Rajendra Kumar (Contractor)" userId="56d71585-75d4-484c-b8af-e7b48ede83b8" providerId="ADAL" clId="{EC66267B-701E-41A9-98F0-06003D4ABF69}" dt="2025-10-01T07:49:06.961" v="1389"/>
          <ac:spMkLst>
            <pc:docMk/>
            <pc:sldMk cId="2879869819" sldId="321"/>
            <ac:spMk id="2" creationId="{7131BD43-16FF-8140-FA0E-FA0C191CD7CA}"/>
          </ac:spMkLst>
        </pc:spChg>
        <pc:picChg chg="mod">
          <ac:chgData name="S, Rajendra Kumar (Contractor)" userId="56d71585-75d4-484c-b8af-e7b48ede83b8" providerId="ADAL" clId="{EC66267B-701E-41A9-98F0-06003D4ABF69}" dt="2025-10-01T07:49:06.961" v="1389"/>
          <ac:picMkLst>
            <pc:docMk/>
            <pc:sldMk cId="2879869819" sldId="321"/>
            <ac:picMk id="4" creationId="{5B19612B-D47F-0A43-1B02-AC2C124EF8A7}"/>
          </ac:picMkLst>
        </pc:picChg>
      </pc:sldChg>
      <pc:sldChg chg="modSp">
        <pc:chgData name="S, Rajendra Kumar (Contractor)" userId="56d71585-75d4-484c-b8af-e7b48ede83b8" providerId="ADAL" clId="{EC66267B-701E-41A9-98F0-06003D4ABF69}" dt="2025-10-01T07:49:06.961" v="1389"/>
        <pc:sldMkLst>
          <pc:docMk/>
          <pc:sldMk cId="42520232" sldId="322"/>
        </pc:sldMkLst>
        <pc:spChg chg="mod">
          <ac:chgData name="S, Rajendra Kumar (Contractor)" userId="56d71585-75d4-484c-b8af-e7b48ede83b8" providerId="ADAL" clId="{EC66267B-701E-41A9-98F0-06003D4ABF69}" dt="2025-10-01T07:49:06.961" v="1389"/>
          <ac:spMkLst>
            <pc:docMk/>
            <pc:sldMk cId="42520232" sldId="322"/>
            <ac:spMk id="2" creationId="{843ADB6E-0A37-1903-B3A0-668A6EEEE5E2}"/>
          </ac:spMkLst>
        </pc:spChg>
        <pc:spChg chg="mod">
          <ac:chgData name="S, Rajendra Kumar (Contractor)" userId="56d71585-75d4-484c-b8af-e7b48ede83b8" providerId="ADAL" clId="{EC66267B-701E-41A9-98F0-06003D4ABF69}" dt="2025-10-01T07:49:06.961" v="1389"/>
          <ac:spMkLst>
            <pc:docMk/>
            <pc:sldMk cId="42520232" sldId="322"/>
            <ac:spMk id="3" creationId="{687C5749-AD53-9C92-99DC-43BAE69C641A}"/>
          </ac:spMkLst>
        </pc:spChg>
      </pc:sldChg>
      <pc:sldChg chg="modSp mod">
        <pc:chgData name="S, Rajendra Kumar (Contractor)" userId="56d71585-75d4-484c-b8af-e7b48ede83b8" providerId="ADAL" clId="{EC66267B-701E-41A9-98F0-06003D4ABF69}" dt="2025-10-01T07:49:06.961" v="1389"/>
        <pc:sldMkLst>
          <pc:docMk/>
          <pc:sldMk cId="1552378980" sldId="323"/>
        </pc:sldMkLst>
        <pc:spChg chg="mod">
          <ac:chgData name="S, Rajendra Kumar (Contractor)" userId="56d71585-75d4-484c-b8af-e7b48ede83b8" providerId="ADAL" clId="{EC66267B-701E-41A9-98F0-06003D4ABF69}" dt="2025-10-01T07:49:06.961" v="1389"/>
          <ac:spMkLst>
            <pc:docMk/>
            <pc:sldMk cId="1552378980" sldId="323"/>
            <ac:spMk id="2" creationId="{37BF6A75-14C7-993F-2285-D7FC7A02F06B}"/>
          </ac:spMkLst>
        </pc:spChg>
        <pc:picChg chg="mod">
          <ac:chgData name="S, Rajendra Kumar (Contractor)" userId="56d71585-75d4-484c-b8af-e7b48ede83b8" providerId="ADAL" clId="{EC66267B-701E-41A9-98F0-06003D4ABF69}" dt="2025-09-16T09:00:44.401" v="0" actId="1076"/>
          <ac:picMkLst>
            <pc:docMk/>
            <pc:sldMk cId="1552378980" sldId="323"/>
            <ac:picMk id="4" creationId="{D6044C19-6893-B64E-FEA8-5D175FF51F7E}"/>
          </ac:picMkLst>
        </pc:picChg>
      </pc:sldChg>
      <pc:sldChg chg="modSp">
        <pc:chgData name="S, Rajendra Kumar (Contractor)" userId="56d71585-75d4-484c-b8af-e7b48ede83b8" providerId="ADAL" clId="{EC66267B-701E-41A9-98F0-06003D4ABF69}" dt="2025-10-01T07:49:06.961" v="1389"/>
        <pc:sldMkLst>
          <pc:docMk/>
          <pc:sldMk cId="458369047" sldId="324"/>
        </pc:sldMkLst>
        <pc:spChg chg="mod">
          <ac:chgData name="S, Rajendra Kumar (Contractor)" userId="56d71585-75d4-484c-b8af-e7b48ede83b8" providerId="ADAL" clId="{EC66267B-701E-41A9-98F0-06003D4ABF69}" dt="2025-10-01T07:49:06.961" v="1389"/>
          <ac:spMkLst>
            <pc:docMk/>
            <pc:sldMk cId="458369047" sldId="324"/>
            <ac:spMk id="2" creationId="{A976F189-C5A6-0B0F-0A33-0B4466DBA6CF}"/>
          </ac:spMkLst>
        </pc:spChg>
        <pc:spChg chg="mod">
          <ac:chgData name="S, Rajendra Kumar (Contractor)" userId="56d71585-75d4-484c-b8af-e7b48ede83b8" providerId="ADAL" clId="{EC66267B-701E-41A9-98F0-06003D4ABF69}" dt="2025-10-01T07:49:06.961" v="1389"/>
          <ac:spMkLst>
            <pc:docMk/>
            <pc:sldMk cId="458369047" sldId="324"/>
            <ac:spMk id="3" creationId="{56BA8576-C010-5F02-E384-3AA96B0F9B1D}"/>
          </ac:spMkLst>
        </pc:spChg>
      </pc:sldChg>
      <pc:sldChg chg="modSp mod">
        <pc:chgData name="S, Rajendra Kumar (Contractor)" userId="56d71585-75d4-484c-b8af-e7b48ede83b8" providerId="ADAL" clId="{EC66267B-701E-41A9-98F0-06003D4ABF69}" dt="2025-10-01T08:27:58.431" v="1402" actId="27636"/>
        <pc:sldMkLst>
          <pc:docMk/>
          <pc:sldMk cId="1584461793" sldId="325"/>
        </pc:sldMkLst>
        <pc:spChg chg="mod">
          <ac:chgData name="S, Rajendra Kumar (Contractor)" userId="56d71585-75d4-484c-b8af-e7b48ede83b8" providerId="ADAL" clId="{EC66267B-701E-41A9-98F0-06003D4ABF69}" dt="2025-10-01T07:49:06.961" v="1389"/>
          <ac:spMkLst>
            <pc:docMk/>
            <pc:sldMk cId="1584461793" sldId="325"/>
            <ac:spMk id="2" creationId="{99564FBA-111D-B7FF-7611-9A417CD18339}"/>
          </ac:spMkLst>
        </pc:spChg>
        <pc:spChg chg="mod">
          <ac:chgData name="S, Rajendra Kumar (Contractor)" userId="56d71585-75d4-484c-b8af-e7b48ede83b8" providerId="ADAL" clId="{EC66267B-701E-41A9-98F0-06003D4ABF69}" dt="2025-10-01T08:27:58.431" v="1402" actId="27636"/>
          <ac:spMkLst>
            <pc:docMk/>
            <pc:sldMk cId="1584461793" sldId="325"/>
            <ac:spMk id="3" creationId="{8BDC49B6-634E-B4DF-3230-FF6972FB83FA}"/>
          </ac:spMkLst>
        </pc:spChg>
      </pc:sldChg>
      <pc:sldChg chg="modSp">
        <pc:chgData name="S, Rajendra Kumar (Contractor)" userId="56d71585-75d4-484c-b8af-e7b48ede83b8" providerId="ADAL" clId="{EC66267B-701E-41A9-98F0-06003D4ABF69}" dt="2025-10-01T07:49:06.961" v="1389"/>
        <pc:sldMkLst>
          <pc:docMk/>
          <pc:sldMk cId="891468289" sldId="326"/>
        </pc:sldMkLst>
        <pc:spChg chg="mod">
          <ac:chgData name="S, Rajendra Kumar (Contractor)" userId="56d71585-75d4-484c-b8af-e7b48ede83b8" providerId="ADAL" clId="{EC66267B-701E-41A9-98F0-06003D4ABF69}" dt="2025-10-01T07:49:06.961" v="1389"/>
          <ac:spMkLst>
            <pc:docMk/>
            <pc:sldMk cId="891468289" sldId="326"/>
            <ac:spMk id="2" creationId="{E5490C1D-7D21-9E75-CF0A-D25CB5B32115}"/>
          </ac:spMkLst>
        </pc:spChg>
      </pc:sldChg>
      <pc:sldChg chg="modSp">
        <pc:chgData name="S, Rajendra Kumar (Contractor)" userId="56d71585-75d4-484c-b8af-e7b48ede83b8" providerId="ADAL" clId="{EC66267B-701E-41A9-98F0-06003D4ABF69}" dt="2025-10-01T07:49:06.961" v="1389"/>
        <pc:sldMkLst>
          <pc:docMk/>
          <pc:sldMk cId="4140691893" sldId="327"/>
        </pc:sldMkLst>
        <pc:spChg chg="mod">
          <ac:chgData name="S, Rajendra Kumar (Contractor)" userId="56d71585-75d4-484c-b8af-e7b48ede83b8" providerId="ADAL" clId="{EC66267B-701E-41A9-98F0-06003D4ABF69}" dt="2025-10-01T07:49:06.961" v="1389"/>
          <ac:spMkLst>
            <pc:docMk/>
            <pc:sldMk cId="4140691893" sldId="327"/>
            <ac:spMk id="2" creationId="{F2B93CE1-6FFE-0A42-4D38-EE77354487D0}"/>
          </ac:spMkLst>
        </pc:spChg>
        <pc:spChg chg="mod">
          <ac:chgData name="S, Rajendra Kumar (Contractor)" userId="56d71585-75d4-484c-b8af-e7b48ede83b8" providerId="ADAL" clId="{EC66267B-701E-41A9-98F0-06003D4ABF69}" dt="2025-10-01T07:49:06.961" v="1389"/>
          <ac:spMkLst>
            <pc:docMk/>
            <pc:sldMk cId="4140691893" sldId="327"/>
            <ac:spMk id="3" creationId="{D6F434FA-1C27-591C-E5B0-8F17C555252F}"/>
          </ac:spMkLst>
        </pc:spChg>
      </pc:sldChg>
      <pc:sldChg chg="modSp">
        <pc:chgData name="S, Rajendra Kumar (Contractor)" userId="56d71585-75d4-484c-b8af-e7b48ede83b8" providerId="ADAL" clId="{EC66267B-701E-41A9-98F0-06003D4ABF69}" dt="2025-10-01T07:49:06.961" v="1389"/>
        <pc:sldMkLst>
          <pc:docMk/>
          <pc:sldMk cId="2542781130" sldId="328"/>
        </pc:sldMkLst>
        <pc:spChg chg="mod">
          <ac:chgData name="S, Rajendra Kumar (Contractor)" userId="56d71585-75d4-484c-b8af-e7b48ede83b8" providerId="ADAL" clId="{EC66267B-701E-41A9-98F0-06003D4ABF69}" dt="2025-10-01T07:49:06.961" v="1389"/>
          <ac:spMkLst>
            <pc:docMk/>
            <pc:sldMk cId="2542781130" sldId="328"/>
            <ac:spMk id="2" creationId="{A00CEB13-80DA-15A5-977D-6172C102DCFD}"/>
          </ac:spMkLst>
        </pc:spChg>
        <pc:spChg chg="mod">
          <ac:chgData name="S, Rajendra Kumar (Contractor)" userId="56d71585-75d4-484c-b8af-e7b48ede83b8" providerId="ADAL" clId="{EC66267B-701E-41A9-98F0-06003D4ABF69}" dt="2025-10-01T07:49:06.961" v="1389"/>
          <ac:spMkLst>
            <pc:docMk/>
            <pc:sldMk cId="2542781130" sldId="328"/>
            <ac:spMk id="3" creationId="{7BA5BA4F-6705-768D-B2F4-7BB2F958A21B}"/>
          </ac:spMkLst>
        </pc:spChg>
      </pc:sldChg>
      <pc:sldChg chg="modSp">
        <pc:chgData name="S, Rajendra Kumar (Contractor)" userId="56d71585-75d4-484c-b8af-e7b48ede83b8" providerId="ADAL" clId="{EC66267B-701E-41A9-98F0-06003D4ABF69}" dt="2025-10-01T07:49:06.961" v="1389"/>
        <pc:sldMkLst>
          <pc:docMk/>
          <pc:sldMk cId="3517070001" sldId="329"/>
        </pc:sldMkLst>
        <pc:spChg chg="mod">
          <ac:chgData name="S, Rajendra Kumar (Contractor)" userId="56d71585-75d4-484c-b8af-e7b48ede83b8" providerId="ADAL" clId="{EC66267B-701E-41A9-98F0-06003D4ABF69}" dt="2025-10-01T07:49:06.961" v="1389"/>
          <ac:spMkLst>
            <pc:docMk/>
            <pc:sldMk cId="3517070001" sldId="329"/>
            <ac:spMk id="2" creationId="{41147CA1-66DE-3E17-3D77-8F4C97E8630F}"/>
          </ac:spMkLst>
        </pc:spChg>
        <pc:spChg chg="mod">
          <ac:chgData name="S, Rajendra Kumar (Contractor)" userId="56d71585-75d4-484c-b8af-e7b48ede83b8" providerId="ADAL" clId="{EC66267B-701E-41A9-98F0-06003D4ABF69}" dt="2025-10-01T07:49:06.961" v="1389"/>
          <ac:spMkLst>
            <pc:docMk/>
            <pc:sldMk cId="3517070001" sldId="329"/>
            <ac:spMk id="3" creationId="{DB3AE7F2-6112-ABFB-88AF-054A93E9095C}"/>
          </ac:spMkLst>
        </pc:spChg>
      </pc:sldChg>
      <pc:sldChg chg="modSp">
        <pc:chgData name="S, Rajendra Kumar (Contractor)" userId="56d71585-75d4-484c-b8af-e7b48ede83b8" providerId="ADAL" clId="{EC66267B-701E-41A9-98F0-06003D4ABF69}" dt="2025-10-01T07:49:06.961" v="1389"/>
        <pc:sldMkLst>
          <pc:docMk/>
          <pc:sldMk cId="2551389715" sldId="330"/>
        </pc:sldMkLst>
        <pc:spChg chg="mod">
          <ac:chgData name="S, Rajendra Kumar (Contractor)" userId="56d71585-75d4-484c-b8af-e7b48ede83b8" providerId="ADAL" clId="{EC66267B-701E-41A9-98F0-06003D4ABF69}" dt="2025-10-01T07:49:06.961" v="1389"/>
          <ac:spMkLst>
            <pc:docMk/>
            <pc:sldMk cId="2551389715" sldId="330"/>
            <ac:spMk id="2" creationId="{A99D424E-48B3-D1F0-8804-379AD99E5D99}"/>
          </ac:spMkLst>
        </pc:spChg>
        <pc:spChg chg="mod">
          <ac:chgData name="S, Rajendra Kumar (Contractor)" userId="56d71585-75d4-484c-b8af-e7b48ede83b8" providerId="ADAL" clId="{EC66267B-701E-41A9-98F0-06003D4ABF69}" dt="2025-10-01T07:49:06.961" v="1389"/>
          <ac:spMkLst>
            <pc:docMk/>
            <pc:sldMk cId="2551389715" sldId="330"/>
            <ac:spMk id="3" creationId="{421E6BC4-FDFC-24CD-18CF-5ADB461DF2C4}"/>
          </ac:spMkLst>
        </pc:spChg>
      </pc:sldChg>
      <pc:sldChg chg="modSp">
        <pc:chgData name="S, Rajendra Kumar (Contractor)" userId="56d71585-75d4-484c-b8af-e7b48ede83b8" providerId="ADAL" clId="{EC66267B-701E-41A9-98F0-06003D4ABF69}" dt="2025-10-01T07:49:06.961" v="1389"/>
        <pc:sldMkLst>
          <pc:docMk/>
          <pc:sldMk cId="3165365042" sldId="331"/>
        </pc:sldMkLst>
        <pc:spChg chg="mod">
          <ac:chgData name="S, Rajendra Kumar (Contractor)" userId="56d71585-75d4-484c-b8af-e7b48ede83b8" providerId="ADAL" clId="{EC66267B-701E-41A9-98F0-06003D4ABF69}" dt="2025-10-01T07:49:06.961" v="1389"/>
          <ac:spMkLst>
            <pc:docMk/>
            <pc:sldMk cId="3165365042" sldId="331"/>
            <ac:spMk id="2" creationId="{77195F06-09BA-C6D2-519C-FA68B25DA143}"/>
          </ac:spMkLst>
        </pc:spChg>
        <pc:spChg chg="mod">
          <ac:chgData name="S, Rajendra Kumar (Contractor)" userId="56d71585-75d4-484c-b8af-e7b48ede83b8" providerId="ADAL" clId="{EC66267B-701E-41A9-98F0-06003D4ABF69}" dt="2025-10-01T07:49:06.961" v="1389"/>
          <ac:spMkLst>
            <pc:docMk/>
            <pc:sldMk cId="3165365042" sldId="331"/>
            <ac:spMk id="3" creationId="{55BB114C-BBE7-7169-5FA8-5A1D54B25DF6}"/>
          </ac:spMkLst>
        </pc:spChg>
      </pc:sldChg>
      <pc:sldChg chg="modSp">
        <pc:chgData name="S, Rajendra Kumar (Contractor)" userId="56d71585-75d4-484c-b8af-e7b48ede83b8" providerId="ADAL" clId="{EC66267B-701E-41A9-98F0-06003D4ABF69}" dt="2025-10-01T07:49:06.961" v="1389"/>
        <pc:sldMkLst>
          <pc:docMk/>
          <pc:sldMk cId="2835281714" sldId="332"/>
        </pc:sldMkLst>
        <pc:spChg chg="mod">
          <ac:chgData name="S, Rajendra Kumar (Contractor)" userId="56d71585-75d4-484c-b8af-e7b48ede83b8" providerId="ADAL" clId="{EC66267B-701E-41A9-98F0-06003D4ABF69}" dt="2025-10-01T07:49:06.961" v="1389"/>
          <ac:spMkLst>
            <pc:docMk/>
            <pc:sldMk cId="2835281714" sldId="332"/>
            <ac:spMk id="2" creationId="{45384B6A-BCA5-2E23-C32F-967AA186F208}"/>
          </ac:spMkLst>
        </pc:spChg>
        <pc:spChg chg="mod">
          <ac:chgData name="S, Rajendra Kumar (Contractor)" userId="56d71585-75d4-484c-b8af-e7b48ede83b8" providerId="ADAL" clId="{EC66267B-701E-41A9-98F0-06003D4ABF69}" dt="2025-10-01T07:49:06.961" v="1389"/>
          <ac:spMkLst>
            <pc:docMk/>
            <pc:sldMk cId="2835281714" sldId="332"/>
            <ac:spMk id="3" creationId="{4CE0EEC3-A81E-C1B5-D221-836E292D3084}"/>
          </ac:spMkLst>
        </pc:spChg>
      </pc:sldChg>
      <pc:sldChg chg="modSp">
        <pc:chgData name="S, Rajendra Kumar (Contractor)" userId="56d71585-75d4-484c-b8af-e7b48ede83b8" providerId="ADAL" clId="{EC66267B-701E-41A9-98F0-06003D4ABF69}" dt="2025-10-01T07:49:06.961" v="1389"/>
        <pc:sldMkLst>
          <pc:docMk/>
          <pc:sldMk cId="3745195282" sldId="333"/>
        </pc:sldMkLst>
        <pc:spChg chg="mod">
          <ac:chgData name="S, Rajendra Kumar (Contractor)" userId="56d71585-75d4-484c-b8af-e7b48ede83b8" providerId="ADAL" clId="{EC66267B-701E-41A9-98F0-06003D4ABF69}" dt="2025-10-01T07:49:06.961" v="1389"/>
          <ac:spMkLst>
            <pc:docMk/>
            <pc:sldMk cId="3745195282" sldId="333"/>
            <ac:spMk id="2" creationId="{9E41B221-B00E-4D03-6625-E6D0A12927E0}"/>
          </ac:spMkLst>
        </pc:spChg>
        <pc:spChg chg="mod">
          <ac:chgData name="S, Rajendra Kumar (Contractor)" userId="56d71585-75d4-484c-b8af-e7b48ede83b8" providerId="ADAL" clId="{EC66267B-701E-41A9-98F0-06003D4ABF69}" dt="2025-10-01T07:49:06.961" v="1389"/>
          <ac:spMkLst>
            <pc:docMk/>
            <pc:sldMk cId="3745195282" sldId="333"/>
            <ac:spMk id="3" creationId="{E0CFD6AF-D565-1D45-F43D-965611938ECA}"/>
          </ac:spMkLst>
        </pc:spChg>
      </pc:sldChg>
      <pc:sldChg chg="modSp">
        <pc:chgData name="S, Rajendra Kumar (Contractor)" userId="56d71585-75d4-484c-b8af-e7b48ede83b8" providerId="ADAL" clId="{EC66267B-701E-41A9-98F0-06003D4ABF69}" dt="2025-10-01T07:49:06.961" v="1389"/>
        <pc:sldMkLst>
          <pc:docMk/>
          <pc:sldMk cId="2236841834" sldId="334"/>
        </pc:sldMkLst>
        <pc:spChg chg="mod">
          <ac:chgData name="S, Rajendra Kumar (Contractor)" userId="56d71585-75d4-484c-b8af-e7b48ede83b8" providerId="ADAL" clId="{EC66267B-701E-41A9-98F0-06003D4ABF69}" dt="2025-10-01T07:49:06.961" v="1389"/>
          <ac:spMkLst>
            <pc:docMk/>
            <pc:sldMk cId="2236841834" sldId="334"/>
            <ac:spMk id="2" creationId="{19C0ADFB-4C2E-4D6C-6A14-AB5E1F7D5CCF}"/>
          </ac:spMkLst>
        </pc:spChg>
        <pc:spChg chg="mod">
          <ac:chgData name="S, Rajendra Kumar (Contractor)" userId="56d71585-75d4-484c-b8af-e7b48ede83b8" providerId="ADAL" clId="{EC66267B-701E-41A9-98F0-06003D4ABF69}" dt="2025-10-01T07:49:06.961" v="1389"/>
          <ac:spMkLst>
            <pc:docMk/>
            <pc:sldMk cId="2236841834" sldId="334"/>
            <ac:spMk id="3" creationId="{413840C5-CC11-8897-0453-FA8BED96F2F8}"/>
          </ac:spMkLst>
        </pc:spChg>
      </pc:sldChg>
      <pc:sldChg chg="modSp">
        <pc:chgData name="S, Rajendra Kumar (Contractor)" userId="56d71585-75d4-484c-b8af-e7b48ede83b8" providerId="ADAL" clId="{EC66267B-701E-41A9-98F0-06003D4ABF69}" dt="2025-10-01T07:49:06.961" v="1389"/>
        <pc:sldMkLst>
          <pc:docMk/>
          <pc:sldMk cId="3971403086" sldId="335"/>
        </pc:sldMkLst>
        <pc:spChg chg="mod">
          <ac:chgData name="S, Rajendra Kumar (Contractor)" userId="56d71585-75d4-484c-b8af-e7b48ede83b8" providerId="ADAL" clId="{EC66267B-701E-41A9-98F0-06003D4ABF69}" dt="2025-10-01T07:49:06.961" v="1389"/>
          <ac:spMkLst>
            <pc:docMk/>
            <pc:sldMk cId="3971403086" sldId="335"/>
            <ac:spMk id="2" creationId="{264F733B-04C5-9888-F2A0-55000A97062C}"/>
          </ac:spMkLst>
        </pc:spChg>
        <pc:spChg chg="mod">
          <ac:chgData name="S, Rajendra Kumar (Contractor)" userId="56d71585-75d4-484c-b8af-e7b48ede83b8" providerId="ADAL" clId="{EC66267B-701E-41A9-98F0-06003D4ABF69}" dt="2025-10-01T07:49:06.961" v="1389"/>
          <ac:spMkLst>
            <pc:docMk/>
            <pc:sldMk cId="3971403086" sldId="335"/>
            <ac:spMk id="3" creationId="{B414C0FB-9F37-ED36-BC32-E77E62A8982F}"/>
          </ac:spMkLst>
        </pc:spChg>
      </pc:sldChg>
      <pc:sldChg chg="modSp">
        <pc:chgData name="S, Rajendra Kumar (Contractor)" userId="56d71585-75d4-484c-b8af-e7b48ede83b8" providerId="ADAL" clId="{EC66267B-701E-41A9-98F0-06003D4ABF69}" dt="2025-10-01T07:49:06.961" v="1389"/>
        <pc:sldMkLst>
          <pc:docMk/>
          <pc:sldMk cId="3759948895" sldId="336"/>
        </pc:sldMkLst>
        <pc:spChg chg="mod">
          <ac:chgData name="S, Rajendra Kumar (Contractor)" userId="56d71585-75d4-484c-b8af-e7b48ede83b8" providerId="ADAL" clId="{EC66267B-701E-41A9-98F0-06003D4ABF69}" dt="2025-10-01T07:49:06.961" v="1389"/>
          <ac:spMkLst>
            <pc:docMk/>
            <pc:sldMk cId="3759948895" sldId="336"/>
            <ac:spMk id="2" creationId="{CEDA37DB-6F91-9DCE-9AC6-7B166CC57111}"/>
          </ac:spMkLst>
        </pc:spChg>
        <pc:spChg chg="mod">
          <ac:chgData name="S, Rajendra Kumar (Contractor)" userId="56d71585-75d4-484c-b8af-e7b48ede83b8" providerId="ADAL" clId="{EC66267B-701E-41A9-98F0-06003D4ABF69}" dt="2025-10-01T07:49:06.961" v="1389"/>
          <ac:spMkLst>
            <pc:docMk/>
            <pc:sldMk cId="3759948895" sldId="336"/>
            <ac:spMk id="3" creationId="{EC7E36FF-D5BF-950C-440A-86F1B3353DBE}"/>
          </ac:spMkLst>
        </pc:spChg>
      </pc:sldChg>
      <pc:sldChg chg="modSp">
        <pc:chgData name="S, Rajendra Kumar (Contractor)" userId="56d71585-75d4-484c-b8af-e7b48ede83b8" providerId="ADAL" clId="{EC66267B-701E-41A9-98F0-06003D4ABF69}" dt="2025-10-01T07:49:06.961" v="1389"/>
        <pc:sldMkLst>
          <pc:docMk/>
          <pc:sldMk cId="676594398" sldId="337"/>
        </pc:sldMkLst>
        <pc:spChg chg="mod">
          <ac:chgData name="S, Rajendra Kumar (Contractor)" userId="56d71585-75d4-484c-b8af-e7b48ede83b8" providerId="ADAL" clId="{EC66267B-701E-41A9-98F0-06003D4ABF69}" dt="2025-10-01T07:49:06.961" v="1389"/>
          <ac:spMkLst>
            <pc:docMk/>
            <pc:sldMk cId="676594398" sldId="337"/>
            <ac:spMk id="2" creationId="{73146242-225C-6836-2CE9-534A2FEA7495}"/>
          </ac:spMkLst>
        </pc:spChg>
        <pc:spChg chg="mod">
          <ac:chgData name="S, Rajendra Kumar (Contractor)" userId="56d71585-75d4-484c-b8af-e7b48ede83b8" providerId="ADAL" clId="{EC66267B-701E-41A9-98F0-06003D4ABF69}" dt="2025-10-01T07:49:06.961" v="1389"/>
          <ac:spMkLst>
            <pc:docMk/>
            <pc:sldMk cId="676594398" sldId="337"/>
            <ac:spMk id="3" creationId="{27C7FEF7-EAE2-D403-97B7-02E16B49D3EA}"/>
          </ac:spMkLst>
        </pc:spChg>
      </pc:sldChg>
      <pc:sldChg chg="modSp">
        <pc:chgData name="S, Rajendra Kumar (Contractor)" userId="56d71585-75d4-484c-b8af-e7b48ede83b8" providerId="ADAL" clId="{EC66267B-701E-41A9-98F0-06003D4ABF69}" dt="2025-10-01T07:49:06.961" v="1389"/>
        <pc:sldMkLst>
          <pc:docMk/>
          <pc:sldMk cId="1108108099" sldId="338"/>
        </pc:sldMkLst>
        <pc:spChg chg="mod">
          <ac:chgData name="S, Rajendra Kumar (Contractor)" userId="56d71585-75d4-484c-b8af-e7b48ede83b8" providerId="ADAL" clId="{EC66267B-701E-41A9-98F0-06003D4ABF69}" dt="2025-10-01T07:49:06.961" v="1389"/>
          <ac:spMkLst>
            <pc:docMk/>
            <pc:sldMk cId="1108108099" sldId="338"/>
            <ac:spMk id="2" creationId="{2C4C1FA4-161B-D47E-890C-C7B3400A51E4}"/>
          </ac:spMkLst>
        </pc:spChg>
        <pc:spChg chg="mod">
          <ac:chgData name="S, Rajendra Kumar (Contractor)" userId="56d71585-75d4-484c-b8af-e7b48ede83b8" providerId="ADAL" clId="{EC66267B-701E-41A9-98F0-06003D4ABF69}" dt="2025-10-01T07:49:06.961" v="1389"/>
          <ac:spMkLst>
            <pc:docMk/>
            <pc:sldMk cId="1108108099" sldId="338"/>
            <ac:spMk id="3" creationId="{A05BB45B-23BC-3EC2-D7C4-036B0FF4A0BF}"/>
          </ac:spMkLst>
        </pc:spChg>
      </pc:sldChg>
      <pc:sldChg chg="modSp">
        <pc:chgData name="S, Rajendra Kumar (Contractor)" userId="56d71585-75d4-484c-b8af-e7b48ede83b8" providerId="ADAL" clId="{EC66267B-701E-41A9-98F0-06003D4ABF69}" dt="2025-10-01T07:49:06.961" v="1389"/>
        <pc:sldMkLst>
          <pc:docMk/>
          <pc:sldMk cId="4172702904" sldId="339"/>
        </pc:sldMkLst>
        <pc:spChg chg="mod">
          <ac:chgData name="S, Rajendra Kumar (Contractor)" userId="56d71585-75d4-484c-b8af-e7b48ede83b8" providerId="ADAL" clId="{EC66267B-701E-41A9-98F0-06003D4ABF69}" dt="2025-10-01T07:49:06.961" v="1389"/>
          <ac:spMkLst>
            <pc:docMk/>
            <pc:sldMk cId="4172702904" sldId="339"/>
            <ac:spMk id="2" creationId="{37E44E14-95BB-B319-C497-DB6DD0562C65}"/>
          </ac:spMkLst>
        </pc:spChg>
        <pc:spChg chg="mod">
          <ac:chgData name="S, Rajendra Kumar (Contractor)" userId="56d71585-75d4-484c-b8af-e7b48ede83b8" providerId="ADAL" clId="{EC66267B-701E-41A9-98F0-06003D4ABF69}" dt="2025-10-01T07:49:06.961" v="1389"/>
          <ac:spMkLst>
            <pc:docMk/>
            <pc:sldMk cId="4172702904" sldId="339"/>
            <ac:spMk id="3" creationId="{95C49C81-5422-C29A-37C0-300DE42D6AD2}"/>
          </ac:spMkLst>
        </pc:spChg>
      </pc:sldChg>
      <pc:sldChg chg="modSp">
        <pc:chgData name="S, Rajendra Kumar (Contractor)" userId="56d71585-75d4-484c-b8af-e7b48ede83b8" providerId="ADAL" clId="{EC66267B-701E-41A9-98F0-06003D4ABF69}" dt="2025-10-01T07:49:06.961" v="1389"/>
        <pc:sldMkLst>
          <pc:docMk/>
          <pc:sldMk cId="4221811588" sldId="340"/>
        </pc:sldMkLst>
        <pc:spChg chg="mod">
          <ac:chgData name="S, Rajendra Kumar (Contractor)" userId="56d71585-75d4-484c-b8af-e7b48ede83b8" providerId="ADAL" clId="{EC66267B-701E-41A9-98F0-06003D4ABF69}" dt="2025-10-01T07:49:06.961" v="1389"/>
          <ac:spMkLst>
            <pc:docMk/>
            <pc:sldMk cId="4221811588" sldId="340"/>
            <ac:spMk id="2" creationId="{59885C69-6EF5-85E1-6C7B-A77D0F824025}"/>
          </ac:spMkLst>
        </pc:spChg>
        <pc:spChg chg="mod">
          <ac:chgData name="S, Rajendra Kumar (Contractor)" userId="56d71585-75d4-484c-b8af-e7b48ede83b8" providerId="ADAL" clId="{EC66267B-701E-41A9-98F0-06003D4ABF69}" dt="2025-10-01T07:49:06.961" v="1389"/>
          <ac:spMkLst>
            <pc:docMk/>
            <pc:sldMk cId="4221811588" sldId="340"/>
            <ac:spMk id="3" creationId="{23F51627-F170-A3E2-AB77-DCE7CF254908}"/>
          </ac:spMkLst>
        </pc:spChg>
      </pc:sldChg>
      <pc:sldChg chg="modSp">
        <pc:chgData name="S, Rajendra Kumar (Contractor)" userId="56d71585-75d4-484c-b8af-e7b48ede83b8" providerId="ADAL" clId="{EC66267B-701E-41A9-98F0-06003D4ABF69}" dt="2025-10-01T07:49:06.961" v="1389"/>
        <pc:sldMkLst>
          <pc:docMk/>
          <pc:sldMk cId="2544375632" sldId="341"/>
        </pc:sldMkLst>
        <pc:spChg chg="mod">
          <ac:chgData name="S, Rajendra Kumar (Contractor)" userId="56d71585-75d4-484c-b8af-e7b48ede83b8" providerId="ADAL" clId="{EC66267B-701E-41A9-98F0-06003D4ABF69}" dt="2025-10-01T07:49:06.961" v="1389"/>
          <ac:spMkLst>
            <pc:docMk/>
            <pc:sldMk cId="2544375632" sldId="341"/>
            <ac:spMk id="2" creationId="{7DC22CBD-8D87-43D3-C53E-CF9ECF5516FC}"/>
          </ac:spMkLst>
        </pc:spChg>
        <pc:spChg chg="mod">
          <ac:chgData name="S, Rajendra Kumar (Contractor)" userId="56d71585-75d4-484c-b8af-e7b48ede83b8" providerId="ADAL" clId="{EC66267B-701E-41A9-98F0-06003D4ABF69}" dt="2025-10-01T07:49:06.961" v="1389"/>
          <ac:spMkLst>
            <pc:docMk/>
            <pc:sldMk cId="2544375632" sldId="341"/>
            <ac:spMk id="3" creationId="{7032249F-6EF7-43DE-C7B7-73D109D99C31}"/>
          </ac:spMkLst>
        </pc:spChg>
      </pc:sldChg>
      <pc:sldChg chg="modSp">
        <pc:chgData name="S, Rajendra Kumar (Contractor)" userId="56d71585-75d4-484c-b8af-e7b48ede83b8" providerId="ADAL" clId="{EC66267B-701E-41A9-98F0-06003D4ABF69}" dt="2025-10-01T07:49:06.961" v="1389"/>
        <pc:sldMkLst>
          <pc:docMk/>
          <pc:sldMk cId="2145685786" sldId="342"/>
        </pc:sldMkLst>
        <pc:spChg chg="mod">
          <ac:chgData name="S, Rajendra Kumar (Contractor)" userId="56d71585-75d4-484c-b8af-e7b48ede83b8" providerId="ADAL" clId="{EC66267B-701E-41A9-98F0-06003D4ABF69}" dt="2025-10-01T07:49:06.961" v="1389"/>
          <ac:spMkLst>
            <pc:docMk/>
            <pc:sldMk cId="2145685786" sldId="342"/>
            <ac:spMk id="2" creationId="{41803B01-7D0E-0BBB-BCFF-EB128C87DE69}"/>
          </ac:spMkLst>
        </pc:spChg>
        <pc:spChg chg="mod">
          <ac:chgData name="S, Rajendra Kumar (Contractor)" userId="56d71585-75d4-484c-b8af-e7b48ede83b8" providerId="ADAL" clId="{EC66267B-701E-41A9-98F0-06003D4ABF69}" dt="2025-10-01T07:49:06.961" v="1389"/>
          <ac:spMkLst>
            <pc:docMk/>
            <pc:sldMk cId="2145685786" sldId="342"/>
            <ac:spMk id="3" creationId="{6CFFB95D-EFDB-C3AC-D898-43728C46AB76}"/>
          </ac:spMkLst>
        </pc:spChg>
      </pc:sldChg>
      <pc:sldChg chg="modSp">
        <pc:chgData name="S, Rajendra Kumar (Contractor)" userId="56d71585-75d4-484c-b8af-e7b48ede83b8" providerId="ADAL" clId="{EC66267B-701E-41A9-98F0-06003D4ABF69}" dt="2025-10-01T07:49:06.961" v="1389"/>
        <pc:sldMkLst>
          <pc:docMk/>
          <pc:sldMk cId="4215254249" sldId="343"/>
        </pc:sldMkLst>
        <pc:spChg chg="mod">
          <ac:chgData name="S, Rajendra Kumar (Contractor)" userId="56d71585-75d4-484c-b8af-e7b48ede83b8" providerId="ADAL" clId="{EC66267B-701E-41A9-98F0-06003D4ABF69}" dt="2025-10-01T07:49:06.961" v="1389"/>
          <ac:spMkLst>
            <pc:docMk/>
            <pc:sldMk cId="4215254249" sldId="343"/>
            <ac:spMk id="2" creationId="{EC6D07BC-63D5-A339-2ED7-8F163B4D41F7}"/>
          </ac:spMkLst>
        </pc:spChg>
        <pc:spChg chg="mod">
          <ac:chgData name="S, Rajendra Kumar (Contractor)" userId="56d71585-75d4-484c-b8af-e7b48ede83b8" providerId="ADAL" clId="{EC66267B-701E-41A9-98F0-06003D4ABF69}" dt="2025-10-01T07:49:06.961" v="1389"/>
          <ac:spMkLst>
            <pc:docMk/>
            <pc:sldMk cId="4215254249" sldId="343"/>
            <ac:spMk id="3" creationId="{12BA8333-3599-6128-1E82-E320318B8EE7}"/>
          </ac:spMkLst>
        </pc:spChg>
      </pc:sldChg>
      <pc:sldChg chg="modSp">
        <pc:chgData name="S, Rajendra Kumar (Contractor)" userId="56d71585-75d4-484c-b8af-e7b48ede83b8" providerId="ADAL" clId="{EC66267B-701E-41A9-98F0-06003D4ABF69}" dt="2025-10-01T07:49:06.961" v="1389"/>
        <pc:sldMkLst>
          <pc:docMk/>
          <pc:sldMk cId="1619429613" sldId="344"/>
        </pc:sldMkLst>
        <pc:spChg chg="mod">
          <ac:chgData name="S, Rajendra Kumar (Contractor)" userId="56d71585-75d4-484c-b8af-e7b48ede83b8" providerId="ADAL" clId="{EC66267B-701E-41A9-98F0-06003D4ABF69}" dt="2025-10-01T07:49:06.961" v="1389"/>
          <ac:spMkLst>
            <pc:docMk/>
            <pc:sldMk cId="1619429613" sldId="344"/>
            <ac:spMk id="2" creationId="{528C47CA-79E8-08F8-C6C4-73A5F2E306ED}"/>
          </ac:spMkLst>
        </pc:spChg>
        <pc:spChg chg="mod">
          <ac:chgData name="S, Rajendra Kumar (Contractor)" userId="56d71585-75d4-484c-b8af-e7b48ede83b8" providerId="ADAL" clId="{EC66267B-701E-41A9-98F0-06003D4ABF69}" dt="2025-10-01T07:49:06.961" v="1389"/>
          <ac:spMkLst>
            <pc:docMk/>
            <pc:sldMk cId="1619429613" sldId="344"/>
            <ac:spMk id="3" creationId="{B4967494-475D-1C25-4D2F-8999F2F09921}"/>
          </ac:spMkLst>
        </pc:spChg>
      </pc:sldChg>
      <pc:sldChg chg="modSp">
        <pc:chgData name="S, Rajendra Kumar (Contractor)" userId="56d71585-75d4-484c-b8af-e7b48ede83b8" providerId="ADAL" clId="{EC66267B-701E-41A9-98F0-06003D4ABF69}" dt="2025-10-01T07:49:06.961" v="1389"/>
        <pc:sldMkLst>
          <pc:docMk/>
          <pc:sldMk cId="3597956517" sldId="345"/>
        </pc:sldMkLst>
        <pc:spChg chg="mod">
          <ac:chgData name="S, Rajendra Kumar (Contractor)" userId="56d71585-75d4-484c-b8af-e7b48ede83b8" providerId="ADAL" clId="{EC66267B-701E-41A9-98F0-06003D4ABF69}" dt="2025-10-01T07:49:06.961" v="1389"/>
          <ac:spMkLst>
            <pc:docMk/>
            <pc:sldMk cId="3597956517" sldId="345"/>
            <ac:spMk id="2" creationId="{644FFBF4-3465-165D-A050-10C9D6C68FF8}"/>
          </ac:spMkLst>
        </pc:spChg>
        <pc:spChg chg="mod">
          <ac:chgData name="S, Rajendra Kumar (Contractor)" userId="56d71585-75d4-484c-b8af-e7b48ede83b8" providerId="ADAL" clId="{EC66267B-701E-41A9-98F0-06003D4ABF69}" dt="2025-10-01T07:49:06.961" v="1389"/>
          <ac:spMkLst>
            <pc:docMk/>
            <pc:sldMk cId="3597956517" sldId="345"/>
            <ac:spMk id="3" creationId="{26AA22E7-DF04-F5B1-3AD6-3BEAF8B79EEF}"/>
          </ac:spMkLst>
        </pc:spChg>
      </pc:sldChg>
      <pc:sldChg chg="modSp">
        <pc:chgData name="S, Rajendra Kumar (Contractor)" userId="56d71585-75d4-484c-b8af-e7b48ede83b8" providerId="ADAL" clId="{EC66267B-701E-41A9-98F0-06003D4ABF69}" dt="2025-10-01T07:49:06.961" v="1389"/>
        <pc:sldMkLst>
          <pc:docMk/>
          <pc:sldMk cId="62269983" sldId="346"/>
        </pc:sldMkLst>
        <pc:spChg chg="mod">
          <ac:chgData name="S, Rajendra Kumar (Contractor)" userId="56d71585-75d4-484c-b8af-e7b48ede83b8" providerId="ADAL" clId="{EC66267B-701E-41A9-98F0-06003D4ABF69}" dt="2025-10-01T07:49:06.961" v="1389"/>
          <ac:spMkLst>
            <pc:docMk/>
            <pc:sldMk cId="62269983" sldId="346"/>
            <ac:spMk id="2" creationId="{551CD773-A6B4-493C-104B-A23280D4BDAD}"/>
          </ac:spMkLst>
        </pc:spChg>
        <pc:spChg chg="mod">
          <ac:chgData name="S, Rajendra Kumar (Contractor)" userId="56d71585-75d4-484c-b8af-e7b48ede83b8" providerId="ADAL" clId="{EC66267B-701E-41A9-98F0-06003D4ABF69}" dt="2025-10-01T07:49:06.961" v="1389"/>
          <ac:spMkLst>
            <pc:docMk/>
            <pc:sldMk cId="62269983" sldId="346"/>
            <ac:spMk id="3" creationId="{69F62F04-FAB6-D3B3-6E4F-B8088130F6AD}"/>
          </ac:spMkLst>
        </pc:spChg>
      </pc:sldChg>
      <pc:sldChg chg="modSp">
        <pc:chgData name="S, Rajendra Kumar (Contractor)" userId="56d71585-75d4-484c-b8af-e7b48ede83b8" providerId="ADAL" clId="{EC66267B-701E-41A9-98F0-06003D4ABF69}" dt="2025-10-01T07:49:06.961" v="1389"/>
        <pc:sldMkLst>
          <pc:docMk/>
          <pc:sldMk cId="3906049593" sldId="347"/>
        </pc:sldMkLst>
        <pc:spChg chg="mod">
          <ac:chgData name="S, Rajendra Kumar (Contractor)" userId="56d71585-75d4-484c-b8af-e7b48ede83b8" providerId="ADAL" clId="{EC66267B-701E-41A9-98F0-06003D4ABF69}" dt="2025-10-01T07:49:06.961" v="1389"/>
          <ac:spMkLst>
            <pc:docMk/>
            <pc:sldMk cId="3906049593" sldId="347"/>
            <ac:spMk id="2" creationId="{38B16CFC-56F1-D8EB-EC67-F75CB5F98AE9}"/>
          </ac:spMkLst>
        </pc:spChg>
        <pc:spChg chg="mod">
          <ac:chgData name="S, Rajendra Kumar (Contractor)" userId="56d71585-75d4-484c-b8af-e7b48ede83b8" providerId="ADAL" clId="{EC66267B-701E-41A9-98F0-06003D4ABF69}" dt="2025-10-01T07:49:06.961" v="1389"/>
          <ac:spMkLst>
            <pc:docMk/>
            <pc:sldMk cId="3906049593" sldId="347"/>
            <ac:spMk id="3" creationId="{F76F6782-10A7-8471-8652-EA7C71472267}"/>
          </ac:spMkLst>
        </pc:spChg>
      </pc:sldChg>
      <pc:sldChg chg="modSp">
        <pc:chgData name="S, Rajendra Kumar (Contractor)" userId="56d71585-75d4-484c-b8af-e7b48ede83b8" providerId="ADAL" clId="{EC66267B-701E-41A9-98F0-06003D4ABF69}" dt="2025-10-01T07:49:06.961" v="1389"/>
        <pc:sldMkLst>
          <pc:docMk/>
          <pc:sldMk cId="1726970975" sldId="348"/>
        </pc:sldMkLst>
        <pc:spChg chg="mod">
          <ac:chgData name="S, Rajendra Kumar (Contractor)" userId="56d71585-75d4-484c-b8af-e7b48ede83b8" providerId="ADAL" clId="{EC66267B-701E-41A9-98F0-06003D4ABF69}" dt="2025-10-01T07:49:06.961" v="1389"/>
          <ac:spMkLst>
            <pc:docMk/>
            <pc:sldMk cId="1726970975" sldId="348"/>
            <ac:spMk id="2" creationId="{5F329B27-3142-2564-EEAE-B76CF118805F}"/>
          </ac:spMkLst>
        </pc:spChg>
        <pc:spChg chg="mod">
          <ac:chgData name="S, Rajendra Kumar (Contractor)" userId="56d71585-75d4-484c-b8af-e7b48ede83b8" providerId="ADAL" clId="{EC66267B-701E-41A9-98F0-06003D4ABF69}" dt="2025-10-01T07:49:06.961" v="1389"/>
          <ac:spMkLst>
            <pc:docMk/>
            <pc:sldMk cId="1726970975" sldId="348"/>
            <ac:spMk id="3" creationId="{04F826D0-E27C-5DBC-5F0C-4F7DB651F3F8}"/>
          </ac:spMkLst>
        </pc:spChg>
      </pc:sldChg>
      <pc:sldChg chg="modSp">
        <pc:chgData name="S, Rajendra Kumar (Contractor)" userId="56d71585-75d4-484c-b8af-e7b48ede83b8" providerId="ADAL" clId="{EC66267B-701E-41A9-98F0-06003D4ABF69}" dt="2025-10-01T07:49:06.961" v="1389"/>
        <pc:sldMkLst>
          <pc:docMk/>
          <pc:sldMk cId="3015229194" sldId="349"/>
        </pc:sldMkLst>
        <pc:spChg chg="mod">
          <ac:chgData name="S, Rajendra Kumar (Contractor)" userId="56d71585-75d4-484c-b8af-e7b48ede83b8" providerId="ADAL" clId="{EC66267B-701E-41A9-98F0-06003D4ABF69}" dt="2025-10-01T07:49:06.961" v="1389"/>
          <ac:spMkLst>
            <pc:docMk/>
            <pc:sldMk cId="3015229194" sldId="349"/>
            <ac:spMk id="2" creationId="{FAD21B1A-3C61-B61B-2687-EF8D27DFC684}"/>
          </ac:spMkLst>
        </pc:spChg>
        <pc:spChg chg="mod">
          <ac:chgData name="S, Rajendra Kumar (Contractor)" userId="56d71585-75d4-484c-b8af-e7b48ede83b8" providerId="ADAL" clId="{EC66267B-701E-41A9-98F0-06003D4ABF69}" dt="2025-10-01T07:49:06.961" v="1389"/>
          <ac:spMkLst>
            <pc:docMk/>
            <pc:sldMk cId="3015229194" sldId="349"/>
            <ac:spMk id="3" creationId="{52B2A38A-BE11-0487-38C5-4F5F27ECB51C}"/>
          </ac:spMkLst>
        </pc:spChg>
      </pc:sldChg>
      <pc:sldChg chg="modSp">
        <pc:chgData name="S, Rajendra Kumar (Contractor)" userId="56d71585-75d4-484c-b8af-e7b48ede83b8" providerId="ADAL" clId="{EC66267B-701E-41A9-98F0-06003D4ABF69}" dt="2025-10-01T07:49:06.961" v="1389"/>
        <pc:sldMkLst>
          <pc:docMk/>
          <pc:sldMk cId="1374366386" sldId="350"/>
        </pc:sldMkLst>
        <pc:spChg chg="mod">
          <ac:chgData name="S, Rajendra Kumar (Contractor)" userId="56d71585-75d4-484c-b8af-e7b48ede83b8" providerId="ADAL" clId="{EC66267B-701E-41A9-98F0-06003D4ABF69}" dt="2025-10-01T07:49:06.961" v="1389"/>
          <ac:spMkLst>
            <pc:docMk/>
            <pc:sldMk cId="1374366386" sldId="350"/>
            <ac:spMk id="2" creationId="{64C59215-8031-9CDD-E657-17911E9C15E0}"/>
          </ac:spMkLst>
        </pc:spChg>
        <pc:spChg chg="mod">
          <ac:chgData name="S, Rajendra Kumar (Contractor)" userId="56d71585-75d4-484c-b8af-e7b48ede83b8" providerId="ADAL" clId="{EC66267B-701E-41A9-98F0-06003D4ABF69}" dt="2025-10-01T07:49:06.961" v="1389"/>
          <ac:spMkLst>
            <pc:docMk/>
            <pc:sldMk cId="1374366386" sldId="350"/>
            <ac:spMk id="3" creationId="{84702AB0-2B9B-2767-3EF9-29B844C71CA9}"/>
          </ac:spMkLst>
        </pc:spChg>
      </pc:sldChg>
      <pc:sldChg chg="modSp">
        <pc:chgData name="S, Rajendra Kumar (Contractor)" userId="56d71585-75d4-484c-b8af-e7b48ede83b8" providerId="ADAL" clId="{EC66267B-701E-41A9-98F0-06003D4ABF69}" dt="2025-10-01T07:49:06.961" v="1389"/>
        <pc:sldMkLst>
          <pc:docMk/>
          <pc:sldMk cId="2901164042" sldId="351"/>
        </pc:sldMkLst>
        <pc:spChg chg="mod">
          <ac:chgData name="S, Rajendra Kumar (Contractor)" userId="56d71585-75d4-484c-b8af-e7b48ede83b8" providerId="ADAL" clId="{EC66267B-701E-41A9-98F0-06003D4ABF69}" dt="2025-10-01T07:49:06.961" v="1389"/>
          <ac:spMkLst>
            <pc:docMk/>
            <pc:sldMk cId="2901164042" sldId="351"/>
            <ac:spMk id="2" creationId="{4ED7C3B9-6367-38C1-5F59-94E9226288FF}"/>
          </ac:spMkLst>
        </pc:spChg>
        <pc:spChg chg="mod">
          <ac:chgData name="S, Rajendra Kumar (Contractor)" userId="56d71585-75d4-484c-b8af-e7b48ede83b8" providerId="ADAL" clId="{EC66267B-701E-41A9-98F0-06003D4ABF69}" dt="2025-10-01T07:49:06.961" v="1389"/>
          <ac:spMkLst>
            <pc:docMk/>
            <pc:sldMk cId="2901164042" sldId="351"/>
            <ac:spMk id="3" creationId="{E8556B50-0981-3A44-9254-96AB223A60FC}"/>
          </ac:spMkLst>
        </pc:spChg>
      </pc:sldChg>
      <pc:sldChg chg="modSp">
        <pc:chgData name="S, Rajendra Kumar (Contractor)" userId="56d71585-75d4-484c-b8af-e7b48ede83b8" providerId="ADAL" clId="{EC66267B-701E-41A9-98F0-06003D4ABF69}" dt="2025-10-01T07:49:06.961" v="1389"/>
        <pc:sldMkLst>
          <pc:docMk/>
          <pc:sldMk cId="2988956869" sldId="352"/>
        </pc:sldMkLst>
        <pc:spChg chg="mod">
          <ac:chgData name="S, Rajendra Kumar (Contractor)" userId="56d71585-75d4-484c-b8af-e7b48ede83b8" providerId="ADAL" clId="{EC66267B-701E-41A9-98F0-06003D4ABF69}" dt="2025-10-01T07:49:06.961" v="1389"/>
          <ac:spMkLst>
            <pc:docMk/>
            <pc:sldMk cId="2988956869" sldId="352"/>
            <ac:spMk id="2" creationId="{B137502C-C1D0-B73F-6733-9931F8F3D553}"/>
          </ac:spMkLst>
        </pc:spChg>
      </pc:sldChg>
      <pc:sldChg chg="modSp">
        <pc:chgData name="S, Rajendra Kumar (Contractor)" userId="56d71585-75d4-484c-b8af-e7b48ede83b8" providerId="ADAL" clId="{EC66267B-701E-41A9-98F0-06003D4ABF69}" dt="2025-10-01T07:49:06.961" v="1389"/>
        <pc:sldMkLst>
          <pc:docMk/>
          <pc:sldMk cId="664365904" sldId="353"/>
        </pc:sldMkLst>
        <pc:spChg chg="mod">
          <ac:chgData name="S, Rajendra Kumar (Contractor)" userId="56d71585-75d4-484c-b8af-e7b48ede83b8" providerId="ADAL" clId="{EC66267B-701E-41A9-98F0-06003D4ABF69}" dt="2025-10-01T07:49:06.961" v="1389"/>
          <ac:spMkLst>
            <pc:docMk/>
            <pc:sldMk cId="664365904" sldId="353"/>
            <ac:spMk id="2" creationId="{CA4DC40D-C84B-051C-367F-F1ABA1DBDB76}"/>
          </ac:spMkLst>
        </pc:spChg>
        <pc:spChg chg="mod">
          <ac:chgData name="S, Rajendra Kumar (Contractor)" userId="56d71585-75d4-484c-b8af-e7b48ede83b8" providerId="ADAL" clId="{EC66267B-701E-41A9-98F0-06003D4ABF69}" dt="2025-10-01T07:49:06.961" v="1389"/>
          <ac:spMkLst>
            <pc:docMk/>
            <pc:sldMk cId="664365904" sldId="353"/>
            <ac:spMk id="3" creationId="{3ECF0B6E-57CF-79C2-6757-92498EA047BC}"/>
          </ac:spMkLst>
        </pc:spChg>
      </pc:sldChg>
      <pc:sldChg chg="modSp">
        <pc:chgData name="S, Rajendra Kumar (Contractor)" userId="56d71585-75d4-484c-b8af-e7b48ede83b8" providerId="ADAL" clId="{EC66267B-701E-41A9-98F0-06003D4ABF69}" dt="2025-10-01T07:49:06.961" v="1389"/>
        <pc:sldMkLst>
          <pc:docMk/>
          <pc:sldMk cId="838366576" sldId="354"/>
        </pc:sldMkLst>
        <pc:spChg chg="mod">
          <ac:chgData name="S, Rajendra Kumar (Contractor)" userId="56d71585-75d4-484c-b8af-e7b48ede83b8" providerId="ADAL" clId="{EC66267B-701E-41A9-98F0-06003D4ABF69}" dt="2025-10-01T07:49:06.961" v="1389"/>
          <ac:spMkLst>
            <pc:docMk/>
            <pc:sldMk cId="838366576" sldId="354"/>
            <ac:spMk id="2" creationId="{36FCFDA1-4CFC-4A80-1D49-EEE19DD782FA}"/>
          </ac:spMkLst>
        </pc:spChg>
        <pc:spChg chg="mod">
          <ac:chgData name="S, Rajendra Kumar (Contractor)" userId="56d71585-75d4-484c-b8af-e7b48ede83b8" providerId="ADAL" clId="{EC66267B-701E-41A9-98F0-06003D4ABF69}" dt="2025-10-01T07:49:06.961" v="1389"/>
          <ac:spMkLst>
            <pc:docMk/>
            <pc:sldMk cId="838366576" sldId="354"/>
            <ac:spMk id="3" creationId="{035F6F8F-FE36-3EFC-BDAE-E4D28855EF0F}"/>
          </ac:spMkLst>
        </pc:spChg>
      </pc:sldChg>
      <pc:sldChg chg="modSp">
        <pc:chgData name="S, Rajendra Kumar (Contractor)" userId="56d71585-75d4-484c-b8af-e7b48ede83b8" providerId="ADAL" clId="{EC66267B-701E-41A9-98F0-06003D4ABF69}" dt="2025-10-01T07:49:06.961" v="1389"/>
        <pc:sldMkLst>
          <pc:docMk/>
          <pc:sldMk cId="152539098" sldId="355"/>
        </pc:sldMkLst>
        <pc:spChg chg="mod">
          <ac:chgData name="S, Rajendra Kumar (Contractor)" userId="56d71585-75d4-484c-b8af-e7b48ede83b8" providerId="ADAL" clId="{EC66267B-701E-41A9-98F0-06003D4ABF69}" dt="2025-10-01T07:49:06.961" v="1389"/>
          <ac:spMkLst>
            <pc:docMk/>
            <pc:sldMk cId="152539098" sldId="355"/>
            <ac:spMk id="2" creationId="{17DD1FA1-1993-1C37-F88A-269D72C82721}"/>
          </ac:spMkLst>
        </pc:spChg>
        <pc:spChg chg="mod">
          <ac:chgData name="S, Rajendra Kumar (Contractor)" userId="56d71585-75d4-484c-b8af-e7b48ede83b8" providerId="ADAL" clId="{EC66267B-701E-41A9-98F0-06003D4ABF69}" dt="2025-10-01T07:49:06.961" v="1389"/>
          <ac:spMkLst>
            <pc:docMk/>
            <pc:sldMk cId="152539098" sldId="355"/>
            <ac:spMk id="3" creationId="{FB430E54-B2C9-789F-6DCF-D21B6D06A054}"/>
          </ac:spMkLst>
        </pc:spChg>
      </pc:sldChg>
      <pc:sldChg chg="modSp">
        <pc:chgData name="S, Rajendra Kumar (Contractor)" userId="56d71585-75d4-484c-b8af-e7b48ede83b8" providerId="ADAL" clId="{EC66267B-701E-41A9-98F0-06003D4ABF69}" dt="2025-10-01T07:49:06.961" v="1389"/>
        <pc:sldMkLst>
          <pc:docMk/>
          <pc:sldMk cId="2556423222" sldId="357"/>
        </pc:sldMkLst>
        <pc:spChg chg="mod">
          <ac:chgData name="S, Rajendra Kumar (Contractor)" userId="56d71585-75d4-484c-b8af-e7b48ede83b8" providerId="ADAL" clId="{EC66267B-701E-41A9-98F0-06003D4ABF69}" dt="2025-10-01T07:49:06.961" v="1389"/>
          <ac:spMkLst>
            <pc:docMk/>
            <pc:sldMk cId="2556423222" sldId="357"/>
            <ac:spMk id="2" creationId="{104137E6-6D3A-F993-26AD-911478B9CEC6}"/>
          </ac:spMkLst>
        </pc:spChg>
        <pc:spChg chg="mod">
          <ac:chgData name="S, Rajendra Kumar (Contractor)" userId="56d71585-75d4-484c-b8af-e7b48ede83b8" providerId="ADAL" clId="{EC66267B-701E-41A9-98F0-06003D4ABF69}" dt="2025-10-01T07:49:06.961" v="1389"/>
          <ac:spMkLst>
            <pc:docMk/>
            <pc:sldMk cId="2556423222" sldId="357"/>
            <ac:spMk id="3" creationId="{63B23D04-B497-8A9C-1524-39C2BF71248E}"/>
          </ac:spMkLst>
        </pc:spChg>
      </pc:sldChg>
      <pc:sldChg chg="modSp">
        <pc:chgData name="S, Rajendra Kumar (Contractor)" userId="56d71585-75d4-484c-b8af-e7b48ede83b8" providerId="ADAL" clId="{EC66267B-701E-41A9-98F0-06003D4ABF69}" dt="2025-10-01T07:49:06.961" v="1389"/>
        <pc:sldMkLst>
          <pc:docMk/>
          <pc:sldMk cId="1364378106" sldId="358"/>
        </pc:sldMkLst>
        <pc:spChg chg="mod">
          <ac:chgData name="S, Rajendra Kumar (Contractor)" userId="56d71585-75d4-484c-b8af-e7b48ede83b8" providerId="ADAL" clId="{EC66267B-701E-41A9-98F0-06003D4ABF69}" dt="2025-10-01T07:49:06.961" v="1389"/>
          <ac:spMkLst>
            <pc:docMk/>
            <pc:sldMk cId="1364378106" sldId="358"/>
            <ac:spMk id="2" creationId="{2F4EE7E1-EC37-595F-FEE6-4B838CF89EC4}"/>
          </ac:spMkLst>
        </pc:spChg>
        <pc:spChg chg="mod">
          <ac:chgData name="S, Rajendra Kumar (Contractor)" userId="56d71585-75d4-484c-b8af-e7b48ede83b8" providerId="ADAL" clId="{EC66267B-701E-41A9-98F0-06003D4ABF69}" dt="2025-10-01T07:49:06.961" v="1389"/>
          <ac:spMkLst>
            <pc:docMk/>
            <pc:sldMk cId="1364378106" sldId="358"/>
            <ac:spMk id="3" creationId="{4DCEA2E9-095D-1934-3179-FB0A4FD26426}"/>
          </ac:spMkLst>
        </pc:spChg>
      </pc:sldChg>
      <pc:sldChg chg="modSp">
        <pc:chgData name="S, Rajendra Kumar (Contractor)" userId="56d71585-75d4-484c-b8af-e7b48ede83b8" providerId="ADAL" clId="{EC66267B-701E-41A9-98F0-06003D4ABF69}" dt="2025-10-01T07:49:06.961" v="1389"/>
        <pc:sldMkLst>
          <pc:docMk/>
          <pc:sldMk cId="4091164309" sldId="359"/>
        </pc:sldMkLst>
        <pc:spChg chg="mod">
          <ac:chgData name="S, Rajendra Kumar (Contractor)" userId="56d71585-75d4-484c-b8af-e7b48ede83b8" providerId="ADAL" clId="{EC66267B-701E-41A9-98F0-06003D4ABF69}" dt="2025-10-01T07:49:06.961" v="1389"/>
          <ac:spMkLst>
            <pc:docMk/>
            <pc:sldMk cId="4091164309" sldId="359"/>
            <ac:spMk id="2" creationId="{55B5773A-A4CE-C2C5-3A01-F889E3DBEBAE}"/>
          </ac:spMkLst>
        </pc:spChg>
        <pc:spChg chg="mod">
          <ac:chgData name="S, Rajendra Kumar (Contractor)" userId="56d71585-75d4-484c-b8af-e7b48ede83b8" providerId="ADAL" clId="{EC66267B-701E-41A9-98F0-06003D4ABF69}" dt="2025-10-01T07:49:06.961" v="1389"/>
          <ac:spMkLst>
            <pc:docMk/>
            <pc:sldMk cId="4091164309" sldId="359"/>
            <ac:spMk id="3" creationId="{562D91FD-BE73-7DAE-3DB2-970C870FA8D2}"/>
          </ac:spMkLst>
        </pc:spChg>
      </pc:sldChg>
      <pc:sldChg chg="modSp">
        <pc:chgData name="S, Rajendra Kumar (Contractor)" userId="56d71585-75d4-484c-b8af-e7b48ede83b8" providerId="ADAL" clId="{EC66267B-701E-41A9-98F0-06003D4ABF69}" dt="2025-10-01T07:49:06.961" v="1389"/>
        <pc:sldMkLst>
          <pc:docMk/>
          <pc:sldMk cId="286167368" sldId="360"/>
        </pc:sldMkLst>
        <pc:spChg chg="mod">
          <ac:chgData name="S, Rajendra Kumar (Contractor)" userId="56d71585-75d4-484c-b8af-e7b48ede83b8" providerId="ADAL" clId="{EC66267B-701E-41A9-98F0-06003D4ABF69}" dt="2025-10-01T07:49:06.961" v="1389"/>
          <ac:spMkLst>
            <pc:docMk/>
            <pc:sldMk cId="286167368" sldId="360"/>
            <ac:spMk id="2" creationId="{1FCCD8DE-B11C-CCFA-5E3B-79C4428C8F7C}"/>
          </ac:spMkLst>
        </pc:spChg>
        <pc:spChg chg="mod">
          <ac:chgData name="S, Rajendra Kumar (Contractor)" userId="56d71585-75d4-484c-b8af-e7b48ede83b8" providerId="ADAL" clId="{EC66267B-701E-41A9-98F0-06003D4ABF69}" dt="2025-10-01T07:49:06.961" v="1389"/>
          <ac:spMkLst>
            <pc:docMk/>
            <pc:sldMk cId="286167368" sldId="360"/>
            <ac:spMk id="3" creationId="{B7D54A5C-0C3F-04F9-2879-199A8692D3D3}"/>
          </ac:spMkLst>
        </pc:spChg>
      </pc:sldChg>
      <pc:sldChg chg="modSp">
        <pc:chgData name="S, Rajendra Kumar (Contractor)" userId="56d71585-75d4-484c-b8af-e7b48ede83b8" providerId="ADAL" clId="{EC66267B-701E-41A9-98F0-06003D4ABF69}" dt="2025-10-01T07:49:06.961" v="1389"/>
        <pc:sldMkLst>
          <pc:docMk/>
          <pc:sldMk cId="1301089399" sldId="362"/>
        </pc:sldMkLst>
        <pc:spChg chg="mod">
          <ac:chgData name="S, Rajendra Kumar (Contractor)" userId="56d71585-75d4-484c-b8af-e7b48ede83b8" providerId="ADAL" clId="{EC66267B-701E-41A9-98F0-06003D4ABF69}" dt="2025-10-01T07:49:06.961" v="1389"/>
          <ac:spMkLst>
            <pc:docMk/>
            <pc:sldMk cId="1301089399" sldId="362"/>
            <ac:spMk id="2" creationId="{07756611-9842-3035-D38A-FE3F9EC83403}"/>
          </ac:spMkLst>
        </pc:spChg>
        <pc:spChg chg="mod">
          <ac:chgData name="S, Rajendra Kumar (Contractor)" userId="56d71585-75d4-484c-b8af-e7b48ede83b8" providerId="ADAL" clId="{EC66267B-701E-41A9-98F0-06003D4ABF69}" dt="2025-10-01T07:49:06.961" v="1389"/>
          <ac:spMkLst>
            <pc:docMk/>
            <pc:sldMk cId="1301089399" sldId="362"/>
            <ac:spMk id="3" creationId="{4C2039F3-AAF6-CD03-9C10-5C57C08F5E91}"/>
          </ac:spMkLst>
        </pc:spChg>
      </pc:sldChg>
      <pc:sldChg chg="modSp">
        <pc:chgData name="S, Rajendra Kumar (Contractor)" userId="56d71585-75d4-484c-b8af-e7b48ede83b8" providerId="ADAL" clId="{EC66267B-701E-41A9-98F0-06003D4ABF69}" dt="2025-10-01T07:49:06.961" v="1389"/>
        <pc:sldMkLst>
          <pc:docMk/>
          <pc:sldMk cId="3630448398" sldId="363"/>
        </pc:sldMkLst>
        <pc:spChg chg="mod">
          <ac:chgData name="S, Rajendra Kumar (Contractor)" userId="56d71585-75d4-484c-b8af-e7b48ede83b8" providerId="ADAL" clId="{EC66267B-701E-41A9-98F0-06003D4ABF69}" dt="2025-10-01T07:49:06.961" v="1389"/>
          <ac:spMkLst>
            <pc:docMk/>
            <pc:sldMk cId="3630448398" sldId="363"/>
            <ac:spMk id="2" creationId="{D3F20E5F-FEF1-F218-B9E5-230BAB2FF8E3}"/>
          </ac:spMkLst>
        </pc:spChg>
        <pc:spChg chg="mod">
          <ac:chgData name="S, Rajendra Kumar (Contractor)" userId="56d71585-75d4-484c-b8af-e7b48ede83b8" providerId="ADAL" clId="{EC66267B-701E-41A9-98F0-06003D4ABF69}" dt="2025-10-01T07:49:06.961" v="1389"/>
          <ac:spMkLst>
            <pc:docMk/>
            <pc:sldMk cId="3630448398" sldId="363"/>
            <ac:spMk id="3" creationId="{77A830FA-D6EC-7BC2-1F8B-959CBE92E6FD}"/>
          </ac:spMkLst>
        </pc:spChg>
      </pc:sldChg>
      <pc:sldChg chg="modSp">
        <pc:chgData name="S, Rajendra Kumar (Contractor)" userId="56d71585-75d4-484c-b8af-e7b48ede83b8" providerId="ADAL" clId="{EC66267B-701E-41A9-98F0-06003D4ABF69}" dt="2025-10-01T07:49:06.961" v="1389"/>
        <pc:sldMkLst>
          <pc:docMk/>
          <pc:sldMk cId="3465706246" sldId="364"/>
        </pc:sldMkLst>
        <pc:spChg chg="mod">
          <ac:chgData name="S, Rajendra Kumar (Contractor)" userId="56d71585-75d4-484c-b8af-e7b48ede83b8" providerId="ADAL" clId="{EC66267B-701E-41A9-98F0-06003D4ABF69}" dt="2025-10-01T07:49:06.961" v="1389"/>
          <ac:spMkLst>
            <pc:docMk/>
            <pc:sldMk cId="3465706246" sldId="364"/>
            <ac:spMk id="2" creationId="{459130A3-83F1-C285-B174-C1B83A858257}"/>
          </ac:spMkLst>
        </pc:spChg>
        <pc:spChg chg="mod">
          <ac:chgData name="S, Rajendra Kumar (Contractor)" userId="56d71585-75d4-484c-b8af-e7b48ede83b8" providerId="ADAL" clId="{EC66267B-701E-41A9-98F0-06003D4ABF69}" dt="2025-10-01T07:49:06.961" v="1389"/>
          <ac:spMkLst>
            <pc:docMk/>
            <pc:sldMk cId="3465706246" sldId="364"/>
            <ac:spMk id="3" creationId="{089FC15C-4464-3D21-4D6E-897360D645E6}"/>
          </ac:spMkLst>
        </pc:spChg>
      </pc:sldChg>
      <pc:sldChg chg="modSp">
        <pc:chgData name="S, Rajendra Kumar (Contractor)" userId="56d71585-75d4-484c-b8af-e7b48ede83b8" providerId="ADAL" clId="{EC66267B-701E-41A9-98F0-06003D4ABF69}" dt="2025-10-01T07:49:06.961" v="1389"/>
        <pc:sldMkLst>
          <pc:docMk/>
          <pc:sldMk cId="3566171353" sldId="365"/>
        </pc:sldMkLst>
        <pc:spChg chg="mod">
          <ac:chgData name="S, Rajendra Kumar (Contractor)" userId="56d71585-75d4-484c-b8af-e7b48ede83b8" providerId="ADAL" clId="{EC66267B-701E-41A9-98F0-06003D4ABF69}" dt="2025-10-01T07:49:06.961" v="1389"/>
          <ac:spMkLst>
            <pc:docMk/>
            <pc:sldMk cId="3566171353" sldId="365"/>
            <ac:spMk id="2" creationId="{CCBE902B-A0E3-12DA-4E10-E0E797ACBE5C}"/>
          </ac:spMkLst>
        </pc:spChg>
        <pc:spChg chg="mod">
          <ac:chgData name="S, Rajendra Kumar (Contractor)" userId="56d71585-75d4-484c-b8af-e7b48ede83b8" providerId="ADAL" clId="{EC66267B-701E-41A9-98F0-06003D4ABF69}" dt="2025-10-01T07:49:06.961" v="1389"/>
          <ac:spMkLst>
            <pc:docMk/>
            <pc:sldMk cId="3566171353" sldId="365"/>
            <ac:spMk id="3" creationId="{14ED21DE-CD92-F47B-BB10-88B6E3E82439}"/>
          </ac:spMkLst>
        </pc:spChg>
      </pc:sldChg>
      <pc:sldChg chg="modSp">
        <pc:chgData name="S, Rajendra Kumar (Contractor)" userId="56d71585-75d4-484c-b8af-e7b48ede83b8" providerId="ADAL" clId="{EC66267B-701E-41A9-98F0-06003D4ABF69}" dt="2025-10-01T07:49:06.961" v="1389"/>
        <pc:sldMkLst>
          <pc:docMk/>
          <pc:sldMk cId="2478676296" sldId="366"/>
        </pc:sldMkLst>
        <pc:spChg chg="mod">
          <ac:chgData name="S, Rajendra Kumar (Contractor)" userId="56d71585-75d4-484c-b8af-e7b48ede83b8" providerId="ADAL" clId="{EC66267B-701E-41A9-98F0-06003D4ABF69}" dt="2025-10-01T07:49:06.961" v="1389"/>
          <ac:spMkLst>
            <pc:docMk/>
            <pc:sldMk cId="2478676296" sldId="366"/>
            <ac:spMk id="2" creationId="{FB10E147-D96B-79F7-34AA-EB20D07C3E9F}"/>
          </ac:spMkLst>
        </pc:spChg>
        <pc:spChg chg="mod">
          <ac:chgData name="S, Rajendra Kumar (Contractor)" userId="56d71585-75d4-484c-b8af-e7b48ede83b8" providerId="ADAL" clId="{EC66267B-701E-41A9-98F0-06003D4ABF69}" dt="2025-10-01T07:49:06.961" v="1389"/>
          <ac:spMkLst>
            <pc:docMk/>
            <pc:sldMk cId="2478676296" sldId="366"/>
            <ac:spMk id="3" creationId="{FDC6BF8B-E98A-2C65-F6B6-E81ECF1AC96C}"/>
          </ac:spMkLst>
        </pc:spChg>
      </pc:sldChg>
      <pc:sldChg chg="modSp">
        <pc:chgData name="S, Rajendra Kumar (Contractor)" userId="56d71585-75d4-484c-b8af-e7b48ede83b8" providerId="ADAL" clId="{EC66267B-701E-41A9-98F0-06003D4ABF69}" dt="2025-10-01T07:49:06.961" v="1389"/>
        <pc:sldMkLst>
          <pc:docMk/>
          <pc:sldMk cId="3459932213" sldId="367"/>
        </pc:sldMkLst>
        <pc:spChg chg="mod">
          <ac:chgData name="S, Rajendra Kumar (Contractor)" userId="56d71585-75d4-484c-b8af-e7b48ede83b8" providerId="ADAL" clId="{EC66267B-701E-41A9-98F0-06003D4ABF69}" dt="2025-10-01T07:49:06.961" v="1389"/>
          <ac:spMkLst>
            <pc:docMk/>
            <pc:sldMk cId="3459932213" sldId="367"/>
            <ac:spMk id="2" creationId="{1200A47A-93FD-D7F1-B7F8-EB991A167376}"/>
          </ac:spMkLst>
        </pc:spChg>
        <pc:spChg chg="mod">
          <ac:chgData name="S, Rajendra Kumar (Contractor)" userId="56d71585-75d4-484c-b8af-e7b48ede83b8" providerId="ADAL" clId="{EC66267B-701E-41A9-98F0-06003D4ABF69}" dt="2025-10-01T07:49:06.961" v="1389"/>
          <ac:spMkLst>
            <pc:docMk/>
            <pc:sldMk cId="3459932213" sldId="367"/>
            <ac:spMk id="3" creationId="{35935D0C-87E5-0D29-C234-2F63170BB20A}"/>
          </ac:spMkLst>
        </pc:spChg>
      </pc:sldChg>
      <pc:sldChg chg="modSp">
        <pc:chgData name="S, Rajendra Kumar (Contractor)" userId="56d71585-75d4-484c-b8af-e7b48ede83b8" providerId="ADAL" clId="{EC66267B-701E-41A9-98F0-06003D4ABF69}" dt="2025-10-01T07:49:06.961" v="1389"/>
        <pc:sldMkLst>
          <pc:docMk/>
          <pc:sldMk cId="1488415521" sldId="368"/>
        </pc:sldMkLst>
        <pc:spChg chg="mod">
          <ac:chgData name="S, Rajendra Kumar (Contractor)" userId="56d71585-75d4-484c-b8af-e7b48ede83b8" providerId="ADAL" clId="{EC66267B-701E-41A9-98F0-06003D4ABF69}" dt="2025-10-01T07:49:06.961" v="1389"/>
          <ac:spMkLst>
            <pc:docMk/>
            <pc:sldMk cId="1488415521" sldId="368"/>
            <ac:spMk id="2" creationId="{8CF35C14-E324-8C1F-B2E6-9D0AF0762A54}"/>
          </ac:spMkLst>
        </pc:spChg>
        <pc:spChg chg="mod">
          <ac:chgData name="S, Rajendra Kumar (Contractor)" userId="56d71585-75d4-484c-b8af-e7b48ede83b8" providerId="ADAL" clId="{EC66267B-701E-41A9-98F0-06003D4ABF69}" dt="2025-10-01T07:49:06.961" v="1389"/>
          <ac:spMkLst>
            <pc:docMk/>
            <pc:sldMk cId="1488415521" sldId="368"/>
            <ac:spMk id="3" creationId="{8717B859-89EC-FD03-7179-EC8594D06472}"/>
          </ac:spMkLst>
        </pc:spChg>
      </pc:sldChg>
      <pc:sldChg chg="modSp">
        <pc:chgData name="S, Rajendra Kumar (Contractor)" userId="56d71585-75d4-484c-b8af-e7b48ede83b8" providerId="ADAL" clId="{EC66267B-701E-41A9-98F0-06003D4ABF69}" dt="2025-10-01T07:49:06.961" v="1389"/>
        <pc:sldMkLst>
          <pc:docMk/>
          <pc:sldMk cId="2473032481" sldId="369"/>
        </pc:sldMkLst>
        <pc:spChg chg="mod">
          <ac:chgData name="S, Rajendra Kumar (Contractor)" userId="56d71585-75d4-484c-b8af-e7b48ede83b8" providerId="ADAL" clId="{EC66267B-701E-41A9-98F0-06003D4ABF69}" dt="2025-10-01T07:49:06.961" v="1389"/>
          <ac:spMkLst>
            <pc:docMk/>
            <pc:sldMk cId="2473032481" sldId="369"/>
            <ac:spMk id="2" creationId="{3FF36E3B-3113-E1EC-173F-46B0A765BA95}"/>
          </ac:spMkLst>
        </pc:spChg>
        <pc:spChg chg="mod">
          <ac:chgData name="S, Rajendra Kumar (Contractor)" userId="56d71585-75d4-484c-b8af-e7b48ede83b8" providerId="ADAL" clId="{EC66267B-701E-41A9-98F0-06003D4ABF69}" dt="2025-10-01T07:49:06.961" v="1389"/>
          <ac:spMkLst>
            <pc:docMk/>
            <pc:sldMk cId="2473032481" sldId="369"/>
            <ac:spMk id="3" creationId="{C09B499D-2615-109A-9447-66635E84F04C}"/>
          </ac:spMkLst>
        </pc:spChg>
      </pc:sldChg>
      <pc:sldChg chg="modSp">
        <pc:chgData name="S, Rajendra Kumar (Contractor)" userId="56d71585-75d4-484c-b8af-e7b48ede83b8" providerId="ADAL" clId="{EC66267B-701E-41A9-98F0-06003D4ABF69}" dt="2025-10-01T07:49:06.961" v="1389"/>
        <pc:sldMkLst>
          <pc:docMk/>
          <pc:sldMk cId="360923894" sldId="370"/>
        </pc:sldMkLst>
        <pc:spChg chg="mod">
          <ac:chgData name="S, Rajendra Kumar (Contractor)" userId="56d71585-75d4-484c-b8af-e7b48ede83b8" providerId="ADAL" clId="{EC66267B-701E-41A9-98F0-06003D4ABF69}" dt="2025-10-01T07:49:06.961" v="1389"/>
          <ac:spMkLst>
            <pc:docMk/>
            <pc:sldMk cId="360923894" sldId="370"/>
            <ac:spMk id="2" creationId="{54C2D81B-3D01-466C-1700-BDAB9578C1FA}"/>
          </ac:spMkLst>
        </pc:spChg>
        <pc:spChg chg="mod">
          <ac:chgData name="S, Rajendra Kumar (Contractor)" userId="56d71585-75d4-484c-b8af-e7b48ede83b8" providerId="ADAL" clId="{EC66267B-701E-41A9-98F0-06003D4ABF69}" dt="2025-10-01T07:49:06.961" v="1389"/>
          <ac:spMkLst>
            <pc:docMk/>
            <pc:sldMk cId="360923894" sldId="370"/>
            <ac:spMk id="3" creationId="{A15C1677-0D92-6DD1-3254-78DEAA24489A}"/>
          </ac:spMkLst>
        </pc:spChg>
      </pc:sldChg>
      <pc:sldChg chg="modSp">
        <pc:chgData name="S, Rajendra Kumar (Contractor)" userId="56d71585-75d4-484c-b8af-e7b48ede83b8" providerId="ADAL" clId="{EC66267B-701E-41A9-98F0-06003D4ABF69}" dt="2025-10-01T07:49:06.961" v="1389"/>
        <pc:sldMkLst>
          <pc:docMk/>
          <pc:sldMk cId="2472810223" sldId="371"/>
        </pc:sldMkLst>
        <pc:spChg chg="mod">
          <ac:chgData name="S, Rajendra Kumar (Contractor)" userId="56d71585-75d4-484c-b8af-e7b48ede83b8" providerId="ADAL" clId="{EC66267B-701E-41A9-98F0-06003D4ABF69}" dt="2025-10-01T07:49:06.961" v="1389"/>
          <ac:spMkLst>
            <pc:docMk/>
            <pc:sldMk cId="2472810223" sldId="371"/>
            <ac:spMk id="2" creationId="{E831B45B-44FF-6E12-CA65-FCF2ED77459B}"/>
          </ac:spMkLst>
        </pc:spChg>
        <pc:spChg chg="mod">
          <ac:chgData name="S, Rajendra Kumar (Contractor)" userId="56d71585-75d4-484c-b8af-e7b48ede83b8" providerId="ADAL" clId="{EC66267B-701E-41A9-98F0-06003D4ABF69}" dt="2025-10-01T07:49:06.961" v="1389"/>
          <ac:spMkLst>
            <pc:docMk/>
            <pc:sldMk cId="2472810223" sldId="371"/>
            <ac:spMk id="3" creationId="{ED74F947-95EF-00A2-275F-835246E97EB9}"/>
          </ac:spMkLst>
        </pc:spChg>
      </pc:sldChg>
      <pc:sldChg chg="modSp">
        <pc:chgData name="S, Rajendra Kumar (Contractor)" userId="56d71585-75d4-484c-b8af-e7b48ede83b8" providerId="ADAL" clId="{EC66267B-701E-41A9-98F0-06003D4ABF69}" dt="2025-10-01T07:49:06.961" v="1389"/>
        <pc:sldMkLst>
          <pc:docMk/>
          <pc:sldMk cId="4222248271" sldId="372"/>
        </pc:sldMkLst>
        <pc:spChg chg="mod">
          <ac:chgData name="S, Rajendra Kumar (Contractor)" userId="56d71585-75d4-484c-b8af-e7b48ede83b8" providerId="ADAL" clId="{EC66267B-701E-41A9-98F0-06003D4ABF69}" dt="2025-10-01T07:49:06.961" v="1389"/>
          <ac:spMkLst>
            <pc:docMk/>
            <pc:sldMk cId="4222248271" sldId="372"/>
            <ac:spMk id="2" creationId="{D2C1028D-0ECF-D095-2896-73672D7F279C}"/>
          </ac:spMkLst>
        </pc:spChg>
        <pc:spChg chg="mod">
          <ac:chgData name="S, Rajendra Kumar (Contractor)" userId="56d71585-75d4-484c-b8af-e7b48ede83b8" providerId="ADAL" clId="{EC66267B-701E-41A9-98F0-06003D4ABF69}" dt="2025-10-01T07:49:06.961" v="1389"/>
          <ac:spMkLst>
            <pc:docMk/>
            <pc:sldMk cId="4222248271" sldId="372"/>
            <ac:spMk id="3" creationId="{9F546385-96D9-5A95-4212-ABB3CB2F086C}"/>
          </ac:spMkLst>
        </pc:spChg>
      </pc:sldChg>
      <pc:sldChg chg="modSp mod">
        <pc:chgData name="S, Rajendra Kumar (Contractor)" userId="56d71585-75d4-484c-b8af-e7b48ede83b8" providerId="ADAL" clId="{EC66267B-701E-41A9-98F0-06003D4ABF69}" dt="2025-10-01T08:27:58.465" v="1404" actId="27636"/>
        <pc:sldMkLst>
          <pc:docMk/>
          <pc:sldMk cId="1309360382" sldId="373"/>
        </pc:sldMkLst>
        <pc:spChg chg="mod">
          <ac:chgData name="S, Rajendra Kumar (Contractor)" userId="56d71585-75d4-484c-b8af-e7b48ede83b8" providerId="ADAL" clId="{EC66267B-701E-41A9-98F0-06003D4ABF69}" dt="2025-10-01T07:49:06.961" v="1389"/>
          <ac:spMkLst>
            <pc:docMk/>
            <pc:sldMk cId="1309360382" sldId="373"/>
            <ac:spMk id="2" creationId="{8D6DB460-5D3B-7AA1-45B3-6C7D0E96E6BC}"/>
          </ac:spMkLst>
        </pc:spChg>
        <pc:spChg chg="mod">
          <ac:chgData name="S, Rajendra Kumar (Contractor)" userId="56d71585-75d4-484c-b8af-e7b48ede83b8" providerId="ADAL" clId="{EC66267B-701E-41A9-98F0-06003D4ABF69}" dt="2025-10-01T08:27:58.465" v="1404" actId="27636"/>
          <ac:spMkLst>
            <pc:docMk/>
            <pc:sldMk cId="1309360382" sldId="373"/>
            <ac:spMk id="3" creationId="{5FAE9C1B-A1C4-7BB6-2128-10CD5583AA6B}"/>
          </ac:spMkLst>
        </pc:spChg>
      </pc:sldChg>
      <pc:sldChg chg="modSp">
        <pc:chgData name="S, Rajendra Kumar (Contractor)" userId="56d71585-75d4-484c-b8af-e7b48ede83b8" providerId="ADAL" clId="{EC66267B-701E-41A9-98F0-06003D4ABF69}" dt="2025-10-01T07:49:06.961" v="1389"/>
        <pc:sldMkLst>
          <pc:docMk/>
          <pc:sldMk cId="2446029607" sldId="374"/>
        </pc:sldMkLst>
        <pc:spChg chg="mod">
          <ac:chgData name="S, Rajendra Kumar (Contractor)" userId="56d71585-75d4-484c-b8af-e7b48ede83b8" providerId="ADAL" clId="{EC66267B-701E-41A9-98F0-06003D4ABF69}" dt="2025-10-01T07:49:06.961" v="1389"/>
          <ac:spMkLst>
            <pc:docMk/>
            <pc:sldMk cId="2446029607" sldId="374"/>
            <ac:spMk id="2" creationId="{5458595D-D82E-BC94-9652-B2363F0477A4}"/>
          </ac:spMkLst>
        </pc:spChg>
        <pc:spChg chg="mod">
          <ac:chgData name="S, Rajendra Kumar (Contractor)" userId="56d71585-75d4-484c-b8af-e7b48ede83b8" providerId="ADAL" clId="{EC66267B-701E-41A9-98F0-06003D4ABF69}" dt="2025-10-01T07:49:06.961" v="1389"/>
          <ac:spMkLst>
            <pc:docMk/>
            <pc:sldMk cId="2446029607" sldId="374"/>
            <ac:spMk id="3" creationId="{AEB125CF-E0FC-4429-B16F-5F8AF505C31D}"/>
          </ac:spMkLst>
        </pc:spChg>
      </pc:sldChg>
      <pc:sldChg chg="modSp">
        <pc:chgData name="S, Rajendra Kumar (Contractor)" userId="56d71585-75d4-484c-b8af-e7b48ede83b8" providerId="ADAL" clId="{EC66267B-701E-41A9-98F0-06003D4ABF69}" dt="2025-10-01T07:49:06.961" v="1389"/>
        <pc:sldMkLst>
          <pc:docMk/>
          <pc:sldMk cId="382152251" sldId="375"/>
        </pc:sldMkLst>
        <pc:spChg chg="mod">
          <ac:chgData name="S, Rajendra Kumar (Contractor)" userId="56d71585-75d4-484c-b8af-e7b48ede83b8" providerId="ADAL" clId="{EC66267B-701E-41A9-98F0-06003D4ABF69}" dt="2025-10-01T07:49:06.961" v="1389"/>
          <ac:spMkLst>
            <pc:docMk/>
            <pc:sldMk cId="382152251" sldId="375"/>
            <ac:spMk id="2" creationId="{0B4C8D3C-D659-693A-22BA-8BE888A02A09}"/>
          </ac:spMkLst>
        </pc:spChg>
        <pc:spChg chg="mod">
          <ac:chgData name="S, Rajendra Kumar (Contractor)" userId="56d71585-75d4-484c-b8af-e7b48ede83b8" providerId="ADAL" clId="{EC66267B-701E-41A9-98F0-06003D4ABF69}" dt="2025-10-01T07:49:06.961" v="1389"/>
          <ac:spMkLst>
            <pc:docMk/>
            <pc:sldMk cId="382152251" sldId="375"/>
            <ac:spMk id="3" creationId="{9AF56AC4-BAB0-0AD4-20C8-A76354EAA48A}"/>
          </ac:spMkLst>
        </pc:spChg>
      </pc:sldChg>
      <pc:sldChg chg="modSp">
        <pc:chgData name="S, Rajendra Kumar (Contractor)" userId="56d71585-75d4-484c-b8af-e7b48ede83b8" providerId="ADAL" clId="{EC66267B-701E-41A9-98F0-06003D4ABF69}" dt="2025-10-01T07:49:06.961" v="1389"/>
        <pc:sldMkLst>
          <pc:docMk/>
          <pc:sldMk cId="3173823242" sldId="376"/>
        </pc:sldMkLst>
        <pc:spChg chg="mod">
          <ac:chgData name="S, Rajendra Kumar (Contractor)" userId="56d71585-75d4-484c-b8af-e7b48ede83b8" providerId="ADAL" clId="{EC66267B-701E-41A9-98F0-06003D4ABF69}" dt="2025-10-01T07:49:06.961" v="1389"/>
          <ac:spMkLst>
            <pc:docMk/>
            <pc:sldMk cId="3173823242" sldId="376"/>
            <ac:spMk id="2" creationId="{81A6BB9F-2FDF-788D-CFD4-D0019265BD59}"/>
          </ac:spMkLst>
        </pc:spChg>
        <pc:spChg chg="mod">
          <ac:chgData name="S, Rajendra Kumar (Contractor)" userId="56d71585-75d4-484c-b8af-e7b48ede83b8" providerId="ADAL" clId="{EC66267B-701E-41A9-98F0-06003D4ABF69}" dt="2025-10-01T07:49:06.961" v="1389"/>
          <ac:spMkLst>
            <pc:docMk/>
            <pc:sldMk cId="3173823242" sldId="376"/>
            <ac:spMk id="3" creationId="{3B44BB49-54BF-5AAC-8E21-918DD98BE90B}"/>
          </ac:spMkLst>
        </pc:spChg>
      </pc:sldChg>
      <pc:sldChg chg="modSp">
        <pc:chgData name="S, Rajendra Kumar (Contractor)" userId="56d71585-75d4-484c-b8af-e7b48ede83b8" providerId="ADAL" clId="{EC66267B-701E-41A9-98F0-06003D4ABF69}" dt="2025-10-01T07:49:06.961" v="1389"/>
        <pc:sldMkLst>
          <pc:docMk/>
          <pc:sldMk cId="238289135" sldId="377"/>
        </pc:sldMkLst>
        <pc:spChg chg="mod">
          <ac:chgData name="S, Rajendra Kumar (Contractor)" userId="56d71585-75d4-484c-b8af-e7b48ede83b8" providerId="ADAL" clId="{EC66267B-701E-41A9-98F0-06003D4ABF69}" dt="2025-10-01T07:49:06.961" v="1389"/>
          <ac:spMkLst>
            <pc:docMk/>
            <pc:sldMk cId="238289135" sldId="377"/>
            <ac:spMk id="2" creationId="{8D0AE45D-A2AB-C9C3-1869-3B9333C12471}"/>
          </ac:spMkLst>
        </pc:spChg>
        <pc:spChg chg="mod">
          <ac:chgData name="S, Rajendra Kumar (Contractor)" userId="56d71585-75d4-484c-b8af-e7b48ede83b8" providerId="ADAL" clId="{EC66267B-701E-41A9-98F0-06003D4ABF69}" dt="2025-10-01T07:49:06.961" v="1389"/>
          <ac:spMkLst>
            <pc:docMk/>
            <pc:sldMk cId="238289135" sldId="377"/>
            <ac:spMk id="3" creationId="{1DAEDA7C-8DFC-D521-97E9-43F1459C4E64}"/>
          </ac:spMkLst>
        </pc:spChg>
      </pc:sldChg>
      <pc:sldChg chg="modSp">
        <pc:chgData name="S, Rajendra Kumar (Contractor)" userId="56d71585-75d4-484c-b8af-e7b48ede83b8" providerId="ADAL" clId="{EC66267B-701E-41A9-98F0-06003D4ABF69}" dt="2025-10-01T07:49:06.961" v="1389"/>
        <pc:sldMkLst>
          <pc:docMk/>
          <pc:sldMk cId="537534208" sldId="378"/>
        </pc:sldMkLst>
        <pc:spChg chg="mod">
          <ac:chgData name="S, Rajendra Kumar (Contractor)" userId="56d71585-75d4-484c-b8af-e7b48ede83b8" providerId="ADAL" clId="{EC66267B-701E-41A9-98F0-06003D4ABF69}" dt="2025-10-01T07:49:06.961" v="1389"/>
          <ac:spMkLst>
            <pc:docMk/>
            <pc:sldMk cId="537534208" sldId="378"/>
            <ac:spMk id="2" creationId="{119850D4-6AF5-8D78-2C08-2D82BD7B40F8}"/>
          </ac:spMkLst>
        </pc:spChg>
        <pc:spChg chg="mod">
          <ac:chgData name="S, Rajendra Kumar (Contractor)" userId="56d71585-75d4-484c-b8af-e7b48ede83b8" providerId="ADAL" clId="{EC66267B-701E-41A9-98F0-06003D4ABF69}" dt="2025-10-01T07:49:06.961" v="1389"/>
          <ac:spMkLst>
            <pc:docMk/>
            <pc:sldMk cId="537534208" sldId="378"/>
            <ac:spMk id="3" creationId="{988BF7E6-0CFE-4702-0C06-6254A62E8407}"/>
          </ac:spMkLst>
        </pc:spChg>
      </pc:sldChg>
      <pc:sldChg chg="modSp">
        <pc:chgData name="S, Rajendra Kumar (Contractor)" userId="56d71585-75d4-484c-b8af-e7b48ede83b8" providerId="ADAL" clId="{EC66267B-701E-41A9-98F0-06003D4ABF69}" dt="2025-10-01T07:49:06.961" v="1389"/>
        <pc:sldMkLst>
          <pc:docMk/>
          <pc:sldMk cId="1998575760" sldId="379"/>
        </pc:sldMkLst>
        <pc:spChg chg="mod">
          <ac:chgData name="S, Rajendra Kumar (Contractor)" userId="56d71585-75d4-484c-b8af-e7b48ede83b8" providerId="ADAL" clId="{EC66267B-701E-41A9-98F0-06003D4ABF69}" dt="2025-10-01T07:49:06.961" v="1389"/>
          <ac:spMkLst>
            <pc:docMk/>
            <pc:sldMk cId="1998575760" sldId="379"/>
            <ac:spMk id="2" creationId="{1050046F-F30A-C5CB-C521-C2114F80B9DD}"/>
          </ac:spMkLst>
        </pc:spChg>
        <pc:spChg chg="mod">
          <ac:chgData name="S, Rajendra Kumar (Contractor)" userId="56d71585-75d4-484c-b8af-e7b48ede83b8" providerId="ADAL" clId="{EC66267B-701E-41A9-98F0-06003D4ABF69}" dt="2025-10-01T07:49:06.961" v="1389"/>
          <ac:spMkLst>
            <pc:docMk/>
            <pc:sldMk cId="1998575760" sldId="379"/>
            <ac:spMk id="3" creationId="{0D04A6B1-3905-FC06-F360-A1C15CE1D44D}"/>
          </ac:spMkLst>
        </pc:spChg>
      </pc:sldChg>
      <pc:sldChg chg="modSp">
        <pc:chgData name="S, Rajendra Kumar (Contractor)" userId="56d71585-75d4-484c-b8af-e7b48ede83b8" providerId="ADAL" clId="{EC66267B-701E-41A9-98F0-06003D4ABF69}" dt="2025-10-01T07:49:06.961" v="1389"/>
        <pc:sldMkLst>
          <pc:docMk/>
          <pc:sldMk cId="2610049712" sldId="380"/>
        </pc:sldMkLst>
        <pc:spChg chg="mod">
          <ac:chgData name="S, Rajendra Kumar (Contractor)" userId="56d71585-75d4-484c-b8af-e7b48ede83b8" providerId="ADAL" clId="{EC66267B-701E-41A9-98F0-06003D4ABF69}" dt="2025-10-01T07:49:06.961" v="1389"/>
          <ac:spMkLst>
            <pc:docMk/>
            <pc:sldMk cId="2610049712" sldId="380"/>
            <ac:spMk id="2" creationId="{2DB60A83-FD10-4E1D-9FF9-BBE81DF0F165}"/>
          </ac:spMkLst>
        </pc:spChg>
        <pc:spChg chg="mod">
          <ac:chgData name="S, Rajendra Kumar (Contractor)" userId="56d71585-75d4-484c-b8af-e7b48ede83b8" providerId="ADAL" clId="{EC66267B-701E-41A9-98F0-06003D4ABF69}" dt="2025-10-01T07:49:06.961" v="1389"/>
          <ac:spMkLst>
            <pc:docMk/>
            <pc:sldMk cId="2610049712" sldId="380"/>
            <ac:spMk id="3" creationId="{57C84E3B-E494-3941-1826-D616766CDDB0}"/>
          </ac:spMkLst>
        </pc:spChg>
      </pc:sldChg>
      <pc:sldChg chg="modSp">
        <pc:chgData name="S, Rajendra Kumar (Contractor)" userId="56d71585-75d4-484c-b8af-e7b48ede83b8" providerId="ADAL" clId="{EC66267B-701E-41A9-98F0-06003D4ABF69}" dt="2025-10-01T07:49:06.961" v="1389"/>
        <pc:sldMkLst>
          <pc:docMk/>
          <pc:sldMk cId="1684862896" sldId="381"/>
        </pc:sldMkLst>
        <pc:spChg chg="mod">
          <ac:chgData name="S, Rajendra Kumar (Contractor)" userId="56d71585-75d4-484c-b8af-e7b48ede83b8" providerId="ADAL" clId="{EC66267B-701E-41A9-98F0-06003D4ABF69}" dt="2025-10-01T07:49:06.961" v="1389"/>
          <ac:spMkLst>
            <pc:docMk/>
            <pc:sldMk cId="1684862896" sldId="381"/>
            <ac:spMk id="2" creationId="{473335DF-4136-CAD6-DD7E-D1C03C0FCF1D}"/>
          </ac:spMkLst>
        </pc:spChg>
        <pc:spChg chg="mod">
          <ac:chgData name="S, Rajendra Kumar (Contractor)" userId="56d71585-75d4-484c-b8af-e7b48ede83b8" providerId="ADAL" clId="{EC66267B-701E-41A9-98F0-06003D4ABF69}" dt="2025-10-01T07:49:06.961" v="1389"/>
          <ac:spMkLst>
            <pc:docMk/>
            <pc:sldMk cId="1684862896" sldId="381"/>
            <ac:spMk id="3" creationId="{7591E6E0-1798-E6CE-A96A-DEF32468959D}"/>
          </ac:spMkLst>
        </pc:spChg>
      </pc:sldChg>
      <pc:sldChg chg="modSp">
        <pc:chgData name="S, Rajendra Kumar (Contractor)" userId="56d71585-75d4-484c-b8af-e7b48ede83b8" providerId="ADAL" clId="{EC66267B-701E-41A9-98F0-06003D4ABF69}" dt="2025-10-01T07:49:06.961" v="1389"/>
        <pc:sldMkLst>
          <pc:docMk/>
          <pc:sldMk cId="1864017557" sldId="382"/>
        </pc:sldMkLst>
        <pc:spChg chg="mod">
          <ac:chgData name="S, Rajendra Kumar (Contractor)" userId="56d71585-75d4-484c-b8af-e7b48ede83b8" providerId="ADAL" clId="{EC66267B-701E-41A9-98F0-06003D4ABF69}" dt="2025-10-01T07:49:06.961" v="1389"/>
          <ac:spMkLst>
            <pc:docMk/>
            <pc:sldMk cId="1864017557" sldId="382"/>
            <ac:spMk id="2" creationId="{DD710580-2815-84C8-BE53-C8BA962955F9}"/>
          </ac:spMkLst>
        </pc:spChg>
        <pc:spChg chg="mod">
          <ac:chgData name="S, Rajendra Kumar (Contractor)" userId="56d71585-75d4-484c-b8af-e7b48ede83b8" providerId="ADAL" clId="{EC66267B-701E-41A9-98F0-06003D4ABF69}" dt="2025-10-01T07:49:06.961" v="1389"/>
          <ac:spMkLst>
            <pc:docMk/>
            <pc:sldMk cId="1864017557" sldId="382"/>
            <ac:spMk id="3" creationId="{1DB4BDA8-7381-6F13-FC72-7265F570D5A8}"/>
          </ac:spMkLst>
        </pc:spChg>
      </pc:sldChg>
      <pc:sldChg chg="modSp">
        <pc:chgData name="S, Rajendra Kumar (Contractor)" userId="56d71585-75d4-484c-b8af-e7b48ede83b8" providerId="ADAL" clId="{EC66267B-701E-41A9-98F0-06003D4ABF69}" dt="2025-10-01T07:49:06.961" v="1389"/>
        <pc:sldMkLst>
          <pc:docMk/>
          <pc:sldMk cId="3629840781" sldId="383"/>
        </pc:sldMkLst>
        <pc:spChg chg="mod">
          <ac:chgData name="S, Rajendra Kumar (Contractor)" userId="56d71585-75d4-484c-b8af-e7b48ede83b8" providerId="ADAL" clId="{EC66267B-701E-41A9-98F0-06003D4ABF69}" dt="2025-10-01T07:49:06.961" v="1389"/>
          <ac:spMkLst>
            <pc:docMk/>
            <pc:sldMk cId="3629840781" sldId="383"/>
            <ac:spMk id="2" creationId="{18557570-2424-0055-6E6A-A277F61FB84C}"/>
          </ac:spMkLst>
        </pc:spChg>
        <pc:spChg chg="mod">
          <ac:chgData name="S, Rajendra Kumar (Contractor)" userId="56d71585-75d4-484c-b8af-e7b48ede83b8" providerId="ADAL" clId="{EC66267B-701E-41A9-98F0-06003D4ABF69}" dt="2025-10-01T07:49:06.961" v="1389"/>
          <ac:spMkLst>
            <pc:docMk/>
            <pc:sldMk cId="3629840781" sldId="383"/>
            <ac:spMk id="3" creationId="{8479B00D-D312-AEC7-07DE-4B325FD17805}"/>
          </ac:spMkLst>
        </pc:spChg>
      </pc:sldChg>
      <pc:sldChg chg="modSp">
        <pc:chgData name="S, Rajendra Kumar (Contractor)" userId="56d71585-75d4-484c-b8af-e7b48ede83b8" providerId="ADAL" clId="{EC66267B-701E-41A9-98F0-06003D4ABF69}" dt="2025-10-01T07:49:06.961" v="1389"/>
        <pc:sldMkLst>
          <pc:docMk/>
          <pc:sldMk cId="2352863441" sldId="384"/>
        </pc:sldMkLst>
        <pc:spChg chg="mod">
          <ac:chgData name="S, Rajendra Kumar (Contractor)" userId="56d71585-75d4-484c-b8af-e7b48ede83b8" providerId="ADAL" clId="{EC66267B-701E-41A9-98F0-06003D4ABF69}" dt="2025-10-01T07:49:06.961" v="1389"/>
          <ac:spMkLst>
            <pc:docMk/>
            <pc:sldMk cId="2352863441" sldId="384"/>
            <ac:spMk id="2" creationId="{C57B5F62-D8BA-2BE4-4C4A-7486332027A0}"/>
          </ac:spMkLst>
        </pc:spChg>
        <pc:spChg chg="mod">
          <ac:chgData name="S, Rajendra Kumar (Contractor)" userId="56d71585-75d4-484c-b8af-e7b48ede83b8" providerId="ADAL" clId="{EC66267B-701E-41A9-98F0-06003D4ABF69}" dt="2025-10-01T07:49:06.961" v="1389"/>
          <ac:spMkLst>
            <pc:docMk/>
            <pc:sldMk cId="2352863441" sldId="384"/>
            <ac:spMk id="3" creationId="{19981B36-882C-F338-67C9-5CE41385729F}"/>
          </ac:spMkLst>
        </pc:spChg>
      </pc:sldChg>
      <pc:sldChg chg="modSp">
        <pc:chgData name="S, Rajendra Kumar (Contractor)" userId="56d71585-75d4-484c-b8af-e7b48ede83b8" providerId="ADAL" clId="{EC66267B-701E-41A9-98F0-06003D4ABF69}" dt="2025-10-01T07:49:06.961" v="1389"/>
        <pc:sldMkLst>
          <pc:docMk/>
          <pc:sldMk cId="2325574762" sldId="385"/>
        </pc:sldMkLst>
        <pc:spChg chg="mod">
          <ac:chgData name="S, Rajendra Kumar (Contractor)" userId="56d71585-75d4-484c-b8af-e7b48ede83b8" providerId="ADAL" clId="{EC66267B-701E-41A9-98F0-06003D4ABF69}" dt="2025-10-01T07:49:06.961" v="1389"/>
          <ac:spMkLst>
            <pc:docMk/>
            <pc:sldMk cId="2325574762" sldId="385"/>
            <ac:spMk id="2" creationId="{ED2DABA6-C62C-E1D8-3C67-65A3095E8108}"/>
          </ac:spMkLst>
        </pc:spChg>
        <pc:spChg chg="mod">
          <ac:chgData name="S, Rajendra Kumar (Contractor)" userId="56d71585-75d4-484c-b8af-e7b48ede83b8" providerId="ADAL" clId="{EC66267B-701E-41A9-98F0-06003D4ABF69}" dt="2025-10-01T07:49:06.961" v="1389"/>
          <ac:spMkLst>
            <pc:docMk/>
            <pc:sldMk cId="2325574762" sldId="385"/>
            <ac:spMk id="3" creationId="{799A8F50-AA6B-99DD-752C-FBD39507740E}"/>
          </ac:spMkLst>
        </pc:spChg>
      </pc:sldChg>
      <pc:sldChg chg="modSp">
        <pc:chgData name="S, Rajendra Kumar (Contractor)" userId="56d71585-75d4-484c-b8af-e7b48ede83b8" providerId="ADAL" clId="{EC66267B-701E-41A9-98F0-06003D4ABF69}" dt="2025-10-01T07:49:06.961" v="1389"/>
        <pc:sldMkLst>
          <pc:docMk/>
          <pc:sldMk cId="37819989" sldId="386"/>
        </pc:sldMkLst>
        <pc:spChg chg="mod">
          <ac:chgData name="S, Rajendra Kumar (Contractor)" userId="56d71585-75d4-484c-b8af-e7b48ede83b8" providerId="ADAL" clId="{EC66267B-701E-41A9-98F0-06003D4ABF69}" dt="2025-10-01T07:49:06.961" v="1389"/>
          <ac:spMkLst>
            <pc:docMk/>
            <pc:sldMk cId="37819989" sldId="386"/>
            <ac:spMk id="2" creationId="{6242FCAA-BF1C-5D55-FD0F-35EAA42FE60D}"/>
          </ac:spMkLst>
        </pc:spChg>
        <pc:spChg chg="mod">
          <ac:chgData name="S, Rajendra Kumar (Contractor)" userId="56d71585-75d4-484c-b8af-e7b48ede83b8" providerId="ADAL" clId="{EC66267B-701E-41A9-98F0-06003D4ABF69}" dt="2025-10-01T07:49:06.961" v="1389"/>
          <ac:spMkLst>
            <pc:docMk/>
            <pc:sldMk cId="37819989" sldId="386"/>
            <ac:spMk id="3" creationId="{2D17ECBE-75FE-EB21-250B-05064603194B}"/>
          </ac:spMkLst>
        </pc:spChg>
      </pc:sldChg>
      <pc:sldChg chg="modSp">
        <pc:chgData name="S, Rajendra Kumar (Contractor)" userId="56d71585-75d4-484c-b8af-e7b48ede83b8" providerId="ADAL" clId="{EC66267B-701E-41A9-98F0-06003D4ABF69}" dt="2025-10-01T07:49:06.961" v="1389"/>
        <pc:sldMkLst>
          <pc:docMk/>
          <pc:sldMk cId="3306327480" sldId="387"/>
        </pc:sldMkLst>
        <pc:spChg chg="mod">
          <ac:chgData name="S, Rajendra Kumar (Contractor)" userId="56d71585-75d4-484c-b8af-e7b48ede83b8" providerId="ADAL" clId="{EC66267B-701E-41A9-98F0-06003D4ABF69}" dt="2025-10-01T07:49:06.961" v="1389"/>
          <ac:spMkLst>
            <pc:docMk/>
            <pc:sldMk cId="3306327480" sldId="387"/>
            <ac:spMk id="2" creationId="{8183885A-4472-879B-6713-10B3A65BB2BF}"/>
          </ac:spMkLst>
        </pc:spChg>
        <pc:spChg chg="mod">
          <ac:chgData name="S, Rajendra Kumar (Contractor)" userId="56d71585-75d4-484c-b8af-e7b48ede83b8" providerId="ADAL" clId="{EC66267B-701E-41A9-98F0-06003D4ABF69}" dt="2025-10-01T07:49:06.961" v="1389"/>
          <ac:spMkLst>
            <pc:docMk/>
            <pc:sldMk cId="3306327480" sldId="387"/>
            <ac:spMk id="3" creationId="{CB39A9D4-118E-A765-E2C5-E155774B7D6A}"/>
          </ac:spMkLst>
        </pc:spChg>
      </pc:sldChg>
      <pc:sldChg chg="modSp">
        <pc:chgData name="S, Rajendra Kumar (Contractor)" userId="56d71585-75d4-484c-b8af-e7b48ede83b8" providerId="ADAL" clId="{EC66267B-701E-41A9-98F0-06003D4ABF69}" dt="2025-10-01T07:49:06.961" v="1389"/>
        <pc:sldMkLst>
          <pc:docMk/>
          <pc:sldMk cId="1577357433" sldId="388"/>
        </pc:sldMkLst>
        <pc:spChg chg="mod">
          <ac:chgData name="S, Rajendra Kumar (Contractor)" userId="56d71585-75d4-484c-b8af-e7b48ede83b8" providerId="ADAL" clId="{EC66267B-701E-41A9-98F0-06003D4ABF69}" dt="2025-10-01T07:49:06.961" v="1389"/>
          <ac:spMkLst>
            <pc:docMk/>
            <pc:sldMk cId="1577357433" sldId="388"/>
            <ac:spMk id="2" creationId="{133FFE8B-C6ED-EAEA-980D-0C78F8EB2A0F}"/>
          </ac:spMkLst>
        </pc:spChg>
        <pc:spChg chg="mod">
          <ac:chgData name="S, Rajendra Kumar (Contractor)" userId="56d71585-75d4-484c-b8af-e7b48ede83b8" providerId="ADAL" clId="{EC66267B-701E-41A9-98F0-06003D4ABF69}" dt="2025-10-01T07:49:06.961" v="1389"/>
          <ac:spMkLst>
            <pc:docMk/>
            <pc:sldMk cId="1577357433" sldId="388"/>
            <ac:spMk id="3" creationId="{A51CF921-563A-A9A8-2D51-21E5D53F9FE2}"/>
          </ac:spMkLst>
        </pc:spChg>
      </pc:sldChg>
      <pc:sldChg chg="modSp mod">
        <pc:chgData name="S, Rajendra Kumar (Contractor)" userId="56d71585-75d4-484c-b8af-e7b48ede83b8" providerId="ADAL" clId="{EC66267B-701E-41A9-98F0-06003D4ABF69}" dt="2025-10-01T08:27:58.481" v="1405" actId="27636"/>
        <pc:sldMkLst>
          <pc:docMk/>
          <pc:sldMk cId="1537045727" sldId="389"/>
        </pc:sldMkLst>
        <pc:spChg chg="mod">
          <ac:chgData name="S, Rajendra Kumar (Contractor)" userId="56d71585-75d4-484c-b8af-e7b48ede83b8" providerId="ADAL" clId="{EC66267B-701E-41A9-98F0-06003D4ABF69}" dt="2025-10-01T07:49:06.961" v="1389"/>
          <ac:spMkLst>
            <pc:docMk/>
            <pc:sldMk cId="1537045727" sldId="389"/>
            <ac:spMk id="2" creationId="{1192A16B-1636-C142-3EF5-29C0083DBF7F}"/>
          </ac:spMkLst>
        </pc:spChg>
        <pc:spChg chg="mod">
          <ac:chgData name="S, Rajendra Kumar (Contractor)" userId="56d71585-75d4-484c-b8af-e7b48ede83b8" providerId="ADAL" clId="{EC66267B-701E-41A9-98F0-06003D4ABF69}" dt="2025-10-01T08:27:58.481" v="1405" actId="27636"/>
          <ac:spMkLst>
            <pc:docMk/>
            <pc:sldMk cId="1537045727" sldId="389"/>
            <ac:spMk id="3" creationId="{4F7B34A5-0BAA-4BDA-1E8E-25D3400F6043}"/>
          </ac:spMkLst>
        </pc:spChg>
      </pc:sldChg>
      <pc:sldChg chg="modSp">
        <pc:chgData name="S, Rajendra Kumar (Contractor)" userId="56d71585-75d4-484c-b8af-e7b48ede83b8" providerId="ADAL" clId="{EC66267B-701E-41A9-98F0-06003D4ABF69}" dt="2025-10-01T07:49:06.961" v="1389"/>
        <pc:sldMkLst>
          <pc:docMk/>
          <pc:sldMk cId="156347559" sldId="390"/>
        </pc:sldMkLst>
        <pc:spChg chg="mod">
          <ac:chgData name="S, Rajendra Kumar (Contractor)" userId="56d71585-75d4-484c-b8af-e7b48ede83b8" providerId="ADAL" clId="{EC66267B-701E-41A9-98F0-06003D4ABF69}" dt="2025-10-01T07:49:06.961" v="1389"/>
          <ac:spMkLst>
            <pc:docMk/>
            <pc:sldMk cId="156347559" sldId="390"/>
            <ac:spMk id="2" creationId="{975E66FE-1561-493D-BDDD-3E33D5514BCE}"/>
          </ac:spMkLst>
        </pc:spChg>
        <pc:spChg chg="mod">
          <ac:chgData name="S, Rajendra Kumar (Contractor)" userId="56d71585-75d4-484c-b8af-e7b48ede83b8" providerId="ADAL" clId="{EC66267B-701E-41A9-98F0-06003D4ABF69}" dt="2025-10-01T07:49:06.961" v="1389"/>
          <ac:spMkLst>
            <pc:docMk/>
            <pc:sldMk cId="156347559" sldId="390"/>
            <ac:spMk id="3" creationId="{0DC568AF-7414-2A87-05E0-54FFA32B04DF}"/>
          </ac:spMkLst>
        </pc:spChg>
      </pc:sldChg>
      <pc:sldChg chg="modSp mod">
        <pc:chgData name="S, Rajendra Kumar (Contractor)" userId="56d71585-75d4-484c-b8af-e7b48ede83b8" providerId="ADAL" clId="{EC66267B-701E-41A9-98F0-06003D4ABF69}" dt="2025-10-01T08:27:58.488" v="1406" actId="27636"/>
        <pc:sldMkLst>
          <pc:docMk/>
          <pc:sldMk cId="3517785348" sldId="391"/>
        </pc:sldMkLst>
        <pc:spChg chg="mod">
          <ac:chgData name="S, Rajendra Kumar (Contractor)" userId="56d71585-75d4-484c-b8af-e7b48ede83b8" providerId="ADAL" clId="{EC66267B-701E-41A9-98F0-06003D4ABF69}" dt="2025-10-01T07:49:06.961" v="1389"/>
          <ac:spMkLst>
            <pc:docMk/>
            <pc:sldMk cId="3517785348" sldId="391"/>
            <ac:spMk id="2" creationId="{58BC8D2D-118C-4085-FD9B-09B7DCF6B1EC}"/>
          </ac:spMkLst>
        </pc:spChg>
        <pc:spChg chg="mod">
          <ac:chgData name="S, Rajendra Kumar (Contractor)" userId="56d71585-75d4-484c-b8af-e7b48ede83b8" providerId="ADAL" clId="{EC66267B-701E-41A9-98F0-06003D4ABF69}" dt="2025-10-01T08:27:58.488" v="1406" actId="27636"/>
          <ac:spMkLst>
            <pc:docMk/>
            <pc:sldMk cId="3517785348" sldId="391"/>
            <ac:spMk id="3" creationId="{2C48134C-8C1F-84F1-C058-23EFD779B33B}"/>
          </ac:spMkLst>
        </pc:spChg>
      </pc:sldChg>
      <pc:sldChg chg="modSp">
        <pc:chgData name="S, Rajendra Kumar (Contractor)" userId="56d71585-75d4-484c-b8af-e7b48ede83b8" providerId="ADAL" clId="{EC66267B-701E-41A9-98F0-06003D4ABF69}" dt="2025-10-01T07:49:06.961" v="1389"/>
        <pc:sldMkLst>
          <pc:docMk/>
          <pc:sldMk cId="3400340169" sldId="392"/>
        </pc:sldMkLst>
        <pc:spChg chg="mod">
          <ac:chgData name="S, Rajendra Kumar (Contractor)" userId="56d71585-75d4-484c-b8af-e7b48ede83b8" providerId="ADAL" clId="{EC66267B-701E-41A9-98F0-06003D4ABF69}" dt="2025-10-01T07:49:06.961" v="1389"/>
          <ac:spMkLst>
            <pc:docMk/>
            <pc:sldMk cId="3400340169" sldId="392"/>
            <ac:spMk id="2" creationId="{46B6AF08-E09F-95B2-51B6-7F81E786335F}"/>
          </ac:spMkLst>
        </pc:spChg>
        <pc:spChg chg="mod">
          <ac:chgData name="S, Rajendra Kumar (Contractor)" userId="56d71585-75d4-484c-b8af-e7b48ede83b8" providerId="ADAL" clId="{EC66267B-701E-41A9-98F0-06003D4ABF69}" dt="2025-10-01T07:49:06.961" v="1389"/>
          <ac:spMkLst>
            <pc:docMk/>
            <pc:sldMk cId="3400340169" sldId="392"/>
            <ac:spMk id="3" creationId="{3B9D5B3D-7D51-028C-7BDC-6A6DF9DC1D77}"/>
          </ac:spMkLst>
        </pc:spChg>
      </pc:sldChg>
      <pc:sldChg chg="modSp">
        <pc:chgData name="S, Rajendra Kumar (Contractor)" userId="56d71585-75d4-484c-b8af-e7b48ede83b8" providerId="ADAL" clId="{EC66267B-701E-41A9-98F0-06003D4ABF69}" dt="2025-10-01T07:49:06.961" v="1389"/>
        <pc:sldMkLst>
          <pc:docMk/>
          <pc:sldMk cId="1460951066" sldId="393"/>
        </pc:sldMkLst>
        <pc:spChg chg="mod">
          <ac:chgData name="S, Rajendra Kumar (Contractor)" userId="56d71585-75d4-484c-b8af-e7b48ede83b8" providerId="ADAL" clId="{EC66267B-701E-41A9-98F0-06003D4ABF69}" dt="2025-10-01T07:49:06.961" v="1389"/>
          <ac:spMkLst>
            <pc:docMk/>
            <pc:sldMk cId="1460951066" sldId="393"/>
            <ac:spMk id="2" creationId="{F86AAEF4-1462-9420-23DE-814B092386BF}"/>
          </ac:spMkLst>
        </pc:spChg>
        <pc:spChg chg="mod">
          <ac:chgData name="S, Rajendra Kumar (Contractor)" userId="56d71585-75d4-484c-b8af-e7b48ede83b8" providerId="ADAL" clId="{EC66267B-701E-41A9-98F0-06003D4ABF69}" dt="2025-10-01T07:49:06.961" v="1389"/>
          <ac:spMkLst>
            <pc:docMk/>
            <pc:sldMk cId="1460951066" sldId="393"/>
            <ac:spMk id="3" creationId="{F17FCCA8-A76C-9670-B7D3-FD40052B5183}"/>
          </ac:spMkLst>
        </pc:spChg>
      </pc:sldChg>
      <pc:sldChg chg="modSp">
        <pc:chgData name="S, Rajendra Kumar (Contractor)" userId="56d71585-75d4-484c-b8af-e7b48ede83b8" providerId="ADAL" clId="{EC66267B-701E-41A9-98F0-06003D4ABF69}" dt="2025-10-01T07:49:06.961" v="1389"/>
        <pc:sldMkLst>
          <pc:docMk/>
          <pc:sldMk cId="2264594786" sldId="394"/>
        </pc:sldMkLst>
        <pc:spChg chg="mod">
          <ac:chgData name="S, Rajendra Kumar (Contractor)" userId="56d71585-75d4-484c-b8af-e7b48ede83b8" providerId="ADAL" clId="{EC66267B-701E-41A9-98F0-06003D4ABF69}" dt="2025-10-01T07:49:06.961" v="1389"/>
          <ac:spMkLst>
            <pc:docMk/>
            <pc:sldMk cId="2264594786" sldId="394"/>
            <ac:spMk id="2" creationId="{96E20675-0A0E-0FDC-53D1-DFBF7426CAB3}"/>
          </ac:spMkLst>
        </pc:spChg>
        <pc:spChg chg="mod">
          <ac:chgData name="S, Rajendra Kumar (Contractor)" userId="56d71585-75d4-484c-b8af-e7b48ede83b8" providerId="ADAL" clId="{EC66267B-701E-41A9-98F0-06003D4ABF69}" dt="2025-10-01T07:49:06.961" v="1389"/>
          <ac:spMkLst>
            <pc:docMk/>
            <pc:sldMk cId="2264594786" sldId="394"/>
            <ac:spMk id="3" creationId="{B9C2B55E-CF45-7EFB-7DD2-C2CF7354E81B}"/>
          </ac:spMkLst>
        </pc:spChg>
      </pc:sldChg>
      <pc:sldChg chg="modSp">
        <pc:chgData name="S, Rajendra Kumar (Contractor)" userId="56d71585-75d4-484c-b8af-e7b48ede83b8" providerId="ADAL" clId="{EC66267B-701E-41A9-98F0-06003D4ABF69}" dt="2025-10-01T07:49:06.961" v="1389"/>
        <pc:sldMkLst>
          <pc:docMk/>
          <pc:sldMk cId="908750114" sldId="395"/>
        </pc:sldMkLst>
        <pc:spChg chg="mod">
          <ac:chgData name="S, Rajendra Kumar (Contractor)" userId="56d71585-75d4-484c-b8af-e7b48ede83b8" providerId="ADAL" clId="{EC66267B-701E-41A9-98F0-06003D4ABF69}" dt="2025-10-01T07:49:06.961" v="1389"/>
          <ac:spMkLst>
            <pc:docMk/>
            <pc:sldMk cId="908750114" sldId="395"/>
            <ac:spMk id="2" creationId="{1582A625-606A-A04E-33A9-AEA44568CFE6}"/>
          </ac:spMkLst>
        </pc:spChg>
        <pc:spChg chg="mod">
          <ac:chgData name="S, Rajendra Kumar (Contractor)" userId="56d71585-75d4-484c-b8af-e7b48ede83b8" providerId="ADAL" clId="{EC66267B-701E-41A9-98F0-06003D4ABF69}" dt="2025-10-01T07:49:06.961" v="1389"/>
          <ac:spMkLst>
            <pc:docMk/>
            <pc:sldMk cId="908750114" sldId="395"/>
            <ac:spMk id="3" creationId="{0C1EF3B0-54BB-8E99-ADC4-5F7755803478}"/>
          </ac:spMkLst>
        </pc:spChg>
      </pc:sldChg>
      <pc:sldChg chg="modSp">
        <pc:chgData name="S, Rajendra Kumar (Contractor)" userId="56d71585-75d4-484c-b8af-e7b48ede83b8" providerId="ADAL" clId="{EC66267B-701E-41A9-98F0-06003D4ABF69}" dt="2025-10-01T07:49:06.961" v="1389"/>
        <pc:sldMkLst>
          <pc:docMk/>
          <pc:sldMk cId="744656141" sldId="396"/>
        </pc:sldMkLst>
        <pc:spChg chg="mod">
          <ac:chgData name="S, Rajendra Kumar (Contractor)" userId="56d71585-75d4-484c-b8af-e7b48ede83b8" providerId="ADAL" clId="{EC66267B-701E-41A9-98F0-06003D4ABF69}" dt="2025-10-01T07:49:06.961" v="1389"/>
          <ac:spMkLst>
            <pc:docMk/>
            <pc:sldMk cId="744656141" sldId="396"/>
            <ac:spMk id="2" creationId="{C466C17E-FBBF-229B-5277-EE2EF8B7C845}"/>
          </ac:spMkLst>
        </pc:spChg>
        <pc:spChg chg="mod">
          <ac:chgData name="S, Rajendra Kumar (Contractor)" userId="56d71585-75d4-484c-b8af-e7b48ede83b8" providerId="ADAL" clId="{EC66267B-701E-41A9-98F0-06003D4ABF69}" dt="2025-10-01T07:49:06.961" v="1389"/>
          <ac:spMkLst>
            <pc:docMk/>
            <pc:sldMk cId="744656141" sldId="396"/>
            <ac:spMk id="3" creationId="{74FB3644-4677-1877-C436-F7266093EF6F}"/>
          </ac:spMkLst>
        </pc:spChg>
      </pc:sldChg>
      <pc:sldChg chg="modSp">
        <pc:chgData name="S, Rajendra Kumar (Contractor)" userId="56d71585-75d4-484c-b8af-e7b48ede83b8" providerId="ADAL" clId="{EC66267B-701E-41A9-98F0-06003D4ABF69}" dt="2025-10-01T07:49:06.961" v="1389"/>
        <pc:sldMkLst>
          <pc:docMk/>
          <pc:sldMk cId="2433897356" sldId="397"/>
        </pc:sldMkLst>
        <pc:spChg chg="mod">
          <ac:chgData name="S, Rajendra Kumar (Contractor)" userId="56d71585-75d4-484c-b8af-e7b48ede83b8" providerId="ADAL" clId="{EC66267B-701E-41A9-98F0-06003D4ABF69}" dt="2025-10-01T07:49:06.961" v="1389"/>
          <ac:spMkLst>
            <pc:docMk/>
            <pc:sldMk cId="2433897356" sldId="397"/>
            <ac:spMk id="2" creationId="{1172F99D-A952-7DA3-8CDC-3B300561C48F}"/>
          </ac:spMkLst>
        </pc:spChg>
        <pc:spChg chg="mod">
          <ac:chgData name="S, Rajendra Kumar (Contractor)" userId="56d71585-75d4-484c-b8af-e7b48ede83b8" providerId="ADAL" clId="{EC66267B-701E-41A9-98F0-06003D4ABF69}" dt="2025-10-01T07:49:06.961" v="1389"/>
          <ac:spMkLst>
            <pc:docMk/>
            <pc:sldMk cId="2433897356" sldId="397"/>
            <ac:spMk id="3" creationId="{4CD45053-4852-DA9C-E34B-63AE13EEAD4F}"/>
          </ac:spMkLst>
        </pc:spChg>
      </pc:sldChg>
      <pc:sldChg chg="modSp">
        <pc:chgData name="S, Rajendra Kumar (Contractor)" userId="56d71585-75d4-484c-b8af-e7b48ede83b8" providerId="ADAL" clId="{EC66267B-701E-41A9-98F0-06003D4ABF69}" dt="2025-10-01T07:49:06.961" v="1389"/>
        <pc:sldMkLst>
          <pc:docMk/>
          <pc:sldMk cId="1595274012" sldId="398"/>
        </pc:sldMkLst>
        <pc:spChg chg="mod">
          <ac:chgData name="S, Rajendra Kumar (Contractor)" userId="56d71585-75d4-484c-b8af-e7b48ede83b8" providerId="ADAL" clId="{EC66267B-701E-41A9-98F0-06003D4ABF69}" dt="2025-10-01T07:49:06.961" v="1389"/>
          <ac:spMkLst>
            <pc:docMk/>
            <pc:sldMk cId="1595274012" sldId="398"/>
            <ac:spMk id="2" creationId="{0835CF40-FC98-85F4-9876-70DE3B46B193}"/>
          </ac:spMkLst>
        </pc:spChg>
        <pc:spChg chg="mod">
          <ac:chgData name="S, Rajendra Kumar (Contractor)" userId="56d71585-75d4-484c-b8af-e7b48ede83b8" providerId="ADAL" clId="{EC66267B-701E-41A9-98F0-06003D4ABF69}" dt="2025-10-01T07:49:06.961" v="1389"/>
          <ac:spMkLst>
            <pc:docMk/>
            <pc:sldMk cId="1595274012" sldId="398"/>
            <ac:spMk id="3" creationId="{993747DF-C280-82D4-4469-13DFCA24A2DA}"/>
          </ac:spMkLst>
        </pc:spChg>
      </pc:sldChg>
      <pc:sldChg chg="modSp">
        <pc:chgData name="S, Rajendra Kumar (Contractor)" userId="56d71585-75d4-484c-b8af-e7b48ede83b8" providerId="ADAL" clId="{EC66267B-701E-41A9-98F0-06003D4ABF69}" dt="2025-10-01T07:49:06.961" v="1389"/>
        <pc:sldMkLst>
          <pc:docMk/>
          <pc:sldMk cId="319065451" sldId="400"/>
        </pc:sldMkLst>
        <pc:spChg chg="mod">
          <ac:chgData name="S, Rajendra Kumar (Contractor)" userId="56d71585-75d4-484c-b8af-e7b48ede83b8" providerId="ADAL" clId="{EC66267B-701E-41A9-98F0-06003D4ABF69}" dt="2025-10-01T07:49:06.961" v="1389"/>
          <ac:spMkLst>
            <pc:docMk/>
            <pc:sldMk cId="319065451" sldId="400"/>
            <ac:spMk id="2" creationId="{5439C418-69BD-FE7C-9428-12B4D6DFE7AB}"/>
          </ac:spMkLst>
        </pc:spChg>
        <pc:spChg chg="mod">
          <ac:chgData name="S, Rajendra Kumar (Contractor)" userId="56d71585-75d4-484c-b8af-e7b48ede83b8" providerId="ADAL" clId="{EC66267B-701E-41A9-98F0-06003D4ABF69}" dt="2025-10-01T07:49:06.961" v="1389"/>
          <ac:spMkLst>
            <pc:docMk/>
            <pc:sldMk cId="319065451" sldId="400"/>
            <ac:spMk id="3" creationId="{7962F3D2-C256-AF19-CA5E-BC7AE886D318}"/>
          </ac:spMkLst>
        </pc:spChg>
      </pc:sldChg>
      <pc:sldChg chg="modSp">
        <pc:chgData name="S, Rajendra Kumar (Contractor)" userId="56d71585-75d4-484c-b8af-e7b48ede83b8" providerId="ADAL" clId="{EC66267B-701E-41A9-98F0-06003D4ABF69}" dt="2025-10-01T07:49:06.961" v="1389"/>
        <pc:sldMkLst>
          <pc:docMk/>
          <pc:sldMk cId="4026178358" sldId="401"/>
        </pc:sldMkLst>
        <pc:spChg chg="mod">
          <ac:chgData name="S, Rajendra Kumar (Contractor)" userId="56d71585-75d4-484c-b8af-e7b48ede83b8" providerId="ADAL" clId="{EC66267B-701E-41A9-98F0-06003D4ABF69}" dt="2025-10-01T07:49:06.961" v="1389"/>
          <ac:spMkLst>
            <pc:docMk/>
            <pc:sldMk cId="4026178358" sldId="401"/>
            <ac:spMk id="2" creationId="{73F3C56A-6EC5-0FCB-DFF5-C7FCF9BA3ED3}"/>
          </ac:spMkLst>
        </pc:spChg>
        <pc:spChg chg="mod">
          <ac:chgData name="S, Rajendra Kumar (Contractor)" userId="56d71585-75d4-484c-b8af-e7b48ede83b8" providerId="ADAL" clId="{EC66267B-701E-41A9-98F0-06003D4ABF69}" dt="2025-10-01T07:49:06.961" v="1389"/>
          <ac:spMkLst>
            <pc:docMk/>
            <pc:sldMk cId="4026178358" sldId="401"/>
            <ac:spMk id="3" creationId="{D1A85E7D-F542-6CA8-0B32-F432F82F90B3}"/>
          </ac:spMkLst>
        </pc:spChg>
      </pc:sldChg>
      <pc:sldChg chg="modSp">
        <pc:chgData name="S, Rajendra Kumar (Contractor)" userId="56d71585-75d4-484c-b8af-e7b48ede83b8" providerId="ADAL" clId="{EC66267B-701E-41A9-98F0-06003D4ABF69}" dt="2025-10-01T07:49:06.961" v="1389"/>
        <pc:sldMkLst>
          <pc:docMk/>
          <pc:sldMk cId="3688222694" sldId="402"/>
        </pc:sldMkLst>
        <pc:spChg chg="mod">
          <ac:chgData name="S, Rajendra Kumar (Contractor)" userId="56d71585-75d4-484c-b8af-e7b48ede83b8" providerId="ADAL" clId="{EC66267B-701E-41A9-98F0-06003D4ABF69}" dt="2025-10-01T07:49:06.961" v="1389"/>
          <ac:spMkLst>
            <pc:docMk/>
            <pc:sldMk cId="3688222694" sldId="402"/>
            <ac:spMk id="2" creationId="{4228B286-DABD-5FA9-A23D-99CD1F092296}"/>
          </ac:spMkLst>
        </pc:spChg>
        <pc:spChg chg="mod">
          <ac:chgData name="S, Rajendra Kumar (Contractor)" userId="56d71585-75d4-484c-b8af-e7b48ede83b8" providerId="ADAL" clId="{EC66267B-701E-41A9-98F0-06003D4ABF69}" dt="2025-10-01T07:49:06.961" v="1389"/>
          <ac:spMkLst>
            <pc:docMk/>
            <pc:sldMk cId="3688222694" sldId="402"/>
            <ac:spMk id="3" creationId="{AD22F7D8-BAEB-2996-5FCF-8163AAF5DAF2}"/>
          </ac:spMkLst>
        </pc:spChg>
      </pc:sldChg>
      <pc:sldChg chg="modSp">
        <pc:chgData name="S, Rajendra Kumar (Contractor)" userId="56d71585-75d4-484c-b8af-e7b48ede83b8" providerId="ADAL" clId="{EC66267B-701E-41A9-98F0-06003D4ABF69}" dt="2025-10-01T07:49:06.961" v="1389"/>
        <pc:sldMkLst>
          <pc:docMk/>
          <pc:sldMk cId="2823916725" sldId="403"/>
        </pc:sldMkLst>
        <pc:spChg chg="mod">
          <ac:chgData name="S, Rajendra Kumar (Contractor)" userId="56d71585-75d4-484c-b8af-e7b48ede83b8" providerId="ADAL" clId="{EC66267B-701E-41A9-98F0-06003D4ABF69}" dt="2025-10-01T07:49:06.961" v="1389"/>
          <ac:spMkLst>
            <pc:docMk/>
            <pc:sldMk cId="2823916725" sldId="403"/>
            <ac:spMk id="2" creationId="{8E5005B4-3A1D-CEE9-4907-F56FB9924FBC}"/>
          </ac:spMkLst>
        </pc:spChg>
        <pc:spChg chg="mod">
          <ac:chgData name="S, Rajendra Kumar (Contractor)" userId="56d71585-75d4-484c-b8af-e7b48ede83b8" providerId="ADAL" clId="{EC66267B-701E-41A9-98F0-06003D4ABF69}" dt="2025-10-01T07:49:06.961" v="1389"/>
          <ac:spMkLst>
            <pc:docMk/>
            <pc:sldMk cId="2823916725" sldId="403"/>
            <ac:spMk id="3" creationId="{B90720EE-625A-66EE-39A7-DB2E7A5864AA}"/>
          </ac:spMkLst>
        </pc:spChg>
      </pc:sldChg>
      <pc:sldChg chg="modSp">
        <pc:chgData name="S, Rajendra Kumar (Contractor)" userId="56d71585-75d4-484c-b8af-e7b48ede83b8" providerId="ADAL" clId="{EC66267B-701E-41A9-98F0-06003D4ABF69}" dt="2025-10-01T07:49:06.961" v="1389"/>
        <pc:sldMkLst>
          <pc:docMk/>
          <pc:sldMk cId="2523950457" sldId="404"/>
        </pc:sldMkLst>
        <pc:spChg chg="mod">
          <ac:chgData name="S, Rajendra Kumar (Contractor)" userId="56d71585-75d4-484c-b8af-e7b48ede83b8" providerId="ADAL" clId="{EC66267B-701E-41A9-98F0-06003D4ABF69}" dt="2025-10-01T07:49:06.961" v="1389"/>
          <ac:spMkLst>
            <pc:docMk/>
            <pc:sldMk cId="2523950457" sldId="404"/>
            <ac:spMk id="2" creationId="{4D0AC3F1-DE34-49DB-3E1A-0A4173800CAF}"/>
          </ac:spMkLst>
        </pc:spChg>
        <pc:spChg chg="mod">
          <ac:chgData name="S, Rajendra Kumar (Contractor)" userId="56d71585-75d4-484c-b8af-e7b48ede83b8" providerId="ADAL" clId="{EC66267B-701E-41A9-98F0-06003D4ABF69}" dt="2025-10-01T07:49:06.961" v="1389"/>
          <ac:spMkLst>
            <pc:docMk/>
            <pc:sldMk cId="2523950457" sldId="404"/>
            <ac:spMk id="3" creationId="{565596A0-3C2E-53D9-5A98-D7D2313A9061}"/>
          </ac:spMkLst>
        </pc:spChg>
      </pc:sldChg>
      <pc:sldChg chg="modSp">
        <pc:chgData name="S, Rajendra Kumar (Contractor)" userId="56d71585-75d4-484c-b8af-e7b48ede83b8" providerId="ADAL" clId="{EC66267B-701E-41A9-98F0-06003D4ABF69}" dt="2025-10-01T07:49:06.961" v="1389"/>
        <pc:sldMkLst>
          <pc:docMk/>
          <pc:sldMk cId="2811669893" sldId="405"/>
        </pc:sldMkLst>
        <pc:spChg chg="mod">
          <ac:chgData name="S, Rajendra Kumar (Contractor)" userId="56d71585-75d4-484c-b8af-e7b48ede83b8" providerId="ADAL" clId="{EC66267B-701E-41A9-98F0-06003D4ABF69}" dt="2025-10-01T07:49:06.961" v="1389"/>
          <ac:spMkLst>
            <pc:docMk/>
            <pc:sldMk cId="2811669893" sldId="405"/>
            <ac:spMk id="2" creationId="{718C5851-B283-8AE9-EEAE-8C822F856410}"/>
          </ac:spMkLst>
        </pc:spChg>
        <pc:spChg chg="mod">
          <ac:chgData name="S, Rajendra Kumar (Contractor)" userId="56d71585-75d4-484c-b8af-e7b48ede83b8" providerId="ADAL" clId="{EC66267B-701E-41A9-98F0-06003D4ABF69}" dt="2025-10-01T07:49:06.961" v="1389"/>
          <ac:spMkLst>
            <pc:docMk/>
            <pc:sldMk cId="2811669893" sldId="405"/>
            <ac:spMk id="3" creationId="{B3D19A0B-F669-6135-6BA6-900FFD481B58}"/>
          </ac:spMkLst>
        </pc:spChg>
      </pc:sldChg>
      <pc:sldChg chg="modSp">
        <pc:chgData name="S, Rajendra Kumar (Contractor)" userId="56d71585-75d4-484c-b8af-e7b48ede83b8" providerId="ADAL" clId="{EC66267B-701E-41A9-98F0-06003D4ABF69}" dt="2025-10-01T07:49:06.961" v="1389"/>
        <pc:sldMkLst>
          <pc:docMk/>
          <pc:sldMk cId="2184395449" sldId="406"/>
        </pc:sldMkLst>
        <pc:spChg chg="mod">
          <ac:chgData name="S, Rajendra Kumar (Contractor)" userId="56d71585-75d4-484c-b8af-e7b48ede83b8" providerId="ADAL" clId="{EC66267B-701E-41A9-98F0-06003D4ABF69}" dt="2025-10-01T07:49:06.961" v="1389"/>
          <ac:spMkLst>
            <pc:docMk/>
            <pc:sldMk cId="2184395449" sldId="406"/>
            <ac:spMk id="2" creationId="{D5AB0210-1B8A-2968-FCA6-31358F7814FC}"/>
          </ac:spMkLst>
        </pc:spChg>
        <pc:spChg chg="mod">
          <ac:chgData name="S, Rajendra Kumar (Contractor)" userId="56d71585-75d4-484c-b8af-e7b48ede83b8" providerId="ADAL" clId="{EC66267B-701E-41A9-98F0-06003D4ABF69}" dt="2025-10-01T07:49:06.961" v="1389"/>
          <ac:spMkLst>
            <pc:docMk/>
            <pc:sldMk cId="2184395449" sldId="406"/>
            <ac:spMk id="3" creationId="{17994282-3398-D088-F46E-F3EE4F93A746}"/>
          </ac:spMkLst>
        </pc:spChg>
      </pc:sldChg>
      <pc:sldChg chg="modSp">
        <pc:chgData name="S, Rajendra Kumar (Contractor)" userId="56d71585-75d4-484c-b8af-e7b48ede83b8" providerId="ADAL" clId="{EC66267B-701E-41A9-98F0-06003D4ABF69}" dt="2025-10-01T07:49:06.961" v="1389"/>
        <pc:sldMkLst>
          <pc:docMk/>
          <pc:sldMk cId="4034221990" sldId="407"/>
        </pc:sldMkLst>
        <pc:spChg chg="mod">
          <ac:chgData name="S, Rajendra Kumar (Contractor)" userId="56d71585-75d4-484c-b8af-e7b48ede83b8" providerId="ADAL" clId="{EC66267B-701E-41A9-98F0-06003D4ABF69}" dt="2025-10-01T07:49:06.961" v="1389"/>
          <ac:spMkLst>
            <pc:docMk/>
            <pc:sldMk cId="4034221990" sldId="407"/>
            <ac:spMk id="2" creationId="{A996616C-4373-096A-474E-F111EC73E0D9}"/>
          </ac:spMkLst>
        </pc:spChg>
        <pc:spChg chg="mod">
          <ac:chgData name="S, Rajendra Kumar (Contractor)" userId="56d71585-75d4-484c-b8af-e7b48ede83b8" providerId="ADAL" clId="{EC66267B-701E-41A9-98F0-06003D4ABF69}" dt="2025-10-01T07:49:06.961" v="1389"/>
          <ac:spMkLst>
            <pc:docMk/>
            <pc:sldMk cId="4034221990" sldId="407"/>
            <ac:spMk id="3" creationId="{1AFE43A9-C9AC-A5AB-CE50-1DE5B5EE6CBA}"/>
          </ac:spMkLst>
        </pc:spChg>
      </pc:sldChg>
      <pc:sldChg chg="modSp">
        <pc:chgData name="S, Rajendra Kumar (Contractor)" userId="56d71585-75d4-484c-b8af-e7b48ede83b8" providerId="ADAL" clId="{EC66267B-701E-41A9-98F0-06003D4ABF69}" dt="2025-10-01T07:49:06.961" v="1389"/>
        <pc:sldMkLst>
          <pc:docMk/>
          <pc:sldMk cId="3544413799" sldId="408"/>
        </pc:sldMkLst>
        <pc:spChg chg="mod">
          <ac:chgData name="S, Rajendra Kumar (Contractor)" userId="56d71585-75d4-484c-b8af-e7b48ede83b8" providerId="ADAL" clId="{EC66267B-701E-41A9-98F0-06003D4ABF69}" dt="2025-10-01T07:49:06.961" v="1389"/>
          <ac:spMkLst>
            <pc:docMk/>
            <pc:sldMk cId="3544413799" sldId="408"/>
            <ac:spMk id="2" creationId="{A26EE82D-6B46-7DE8-B2BD-CF65E63CA217}"/>
          </ac:spMkLst>
        </pc:spChg>
        <pc:spChg chg="mod">
          <ac:chgData name="S, Rajendra Kumar (Contractor)" userId="56d71585-75d4-484c-b8af-e7b48ede83b8" providerId="ADAL" clId="{EC66267B-701E-41A9-98F0-06003D4ABF69}" dt="2025-10-01T07:49:06.961" v="1389"/>
          <ac:spMkLst>
            <pc:docMk/>
            <pc:sldMk cId="3544413799" sldId="408"/>
            <ac:spMk id="3" creationId="{7EE19662-B4CE-9D6B-0487-7ECAD99F0C49}"/>
          </ac:spMkLst>
        </pc:spChg>
      </pc:sldChg>
      <pc:sldChg chg="modSp">
        <pc:chgData name="S, Rajendra Kumar (Contractor)" userId="56d71585-75d4-484c-b8af-e7b48ede83b8" providerId="ADAL" clId="{EC66267B-701E-41A9-98F0-06003D4ABF69}" dt="2025-10-01T07:49:06.961" v="1389"/>
        <pc:sldMkLst>
          <pc:docMk/>
          <pc:sldMk cId="2064637478" sldId="409"/>
        </pc:sldMkLst>
        <pc:spChg chg="mod">
          <ac:chgData name="S, Rajendra Kumar (Contractor)" userId="56d71585-75d4-484c-b8af-e7b48ede83b8" providerId="ADAL" clId="{EC66267B-701E-41A9-98F0-06003D4ABF69}" dt="2025-10-01T07:49:06.961" v="1389"/>
          <ac:spMkLst>
            <pc:docMk/>
            <pc:sldMk cId="2064637478" sldId="409"/>
            <ac:spMk id="2" creationId="{25FBC02C-F288-ED08-725F-C0A911AC5971}"/>
          </ac:spMkLst>
        </pc:spChg>
        <pc:spChg chg="mod">
          <ac:chgData name="S, Rajendra Kumar (Contractor)" userId="56d71585-75d4-484c-b8af-e7b48ede83b8" providerId="ADAL" clId="{EC66267B-701E-41A9-98F0-06003D4ABF69}" dt="2025-10-01T07:49:06.961" v="1389"/>
          <ac:spMkLst>
            <pc:docMk/>
            <pc:sldMk cId="2064637478" sldId="409"/>
            <ac:spMk id="3" creationId="{BAF009A4-C8E6-3955-A52C-ACAA0BC3D266}"/>
          </ac:spMkLst>
        </pc:spChg>
      </pc:sldChg>
      <pc:sldChg chg="modSp">
        <pc:chgData name="S, Rajendra Kumar (Contractor)" userId="56d71585-75d4-484c-b8af-e7b48ede83b8" providerId="ADAL" clId="{EC66267B-701E-41A9-98F0-06003D4ABF69}" dt="2025-10-01T07:49:06.961" v="1389"/>
        <pc:sldMkLst>
          <pc:docMk/>
          <pc:sldMk cId="3831733097" sldId="410"/>
        </pc:sldMkLst>
        <pc:spChg chg="mod">
          <ac:chgData name="S, Rajendra Kumar (Contractor)" userId="56d71585-75d4-484c-b8af-e7b48ede83b8" providerId="ADAL" clId="{EC66267B-701E-41A9-98F0-06003D4ABF69}" dt="2025-10-01T07:49:06.961" v="1389"/>
          <ac:spMkLst>
            <pc:docMk/>
            <pc:sldMk cId="3831733097" sldId="410"/>
            <ac:spMk id="2" creationId="{DD6054A6-793C-205E-429E-2162F9EE2981}"/>
          </ac:spMkLst>
        </pc:spChg>
        <pc:spChg chg="mod">
          <ac:chgData name="S, Rajendra Kumar (Contractor)" userId="56d71585-75d4-484c-b8af-e7b48ede83b8" providerId="ADAL" clId="{EC66267B-701E-41A9-98F0-06003D4ABF69}" dt="2025-10-01T07:49:06.961" v="1389"/>
          <ac:spMkLst>
            <pc:docMk/>
            <pc:sldMk cId="3831733097" sldId="410"/>
            <ac:spMk id="3" creationId="{45165D7A-9A85-8CEE-8AE5-A36CB9928692}"/>
          </ac:spMkLst>
        </pc:spChg>
      </pc:sldChg>
      <pc:sldChg chg="modSp">
        <pc:chgData name="S, Rajendra Kumar (Contractor)" userId="56d71585-75d4-484c-b8af-e7b48ede83b8" providerId="ADAL" clId="{EC66267B-701E-41A9-98F0-06003D4ABF69}" dt="2025-10-01T07:49:06.961" v="1389"/>
        <pc:sldMkLst>
          <pc:docMk/>
          <pc:sldMk cId="3794543419" sldId="411"/>
        </pc:sldMkLst>
        <pc:spChg chg="mod">
          <ac:chgData name="S, Rajendra Kumar (Contractor)" userId="56d71585-75d4-484c-b8af-e7b48ede83b8" providerId="ADAL" clId="{EC66267B-701E-41A9-98F0-06003D4ABF69}" dt="2025-10-01T07:49:06.961" v="1389"/>
          <ac:spMkLst>
            <pc:docMk/>
            <pc:sldMk cId="3794543419" sldId="411"/>
            <ac:spMk id="2" creationId="{26698BBD-FE10-F061-77DB-C3646AF849A3}"/>
          </ac:spMkLst>
        </pc:spChg>
        <pc:spChg chg="mod">
          <ac:chgData name="S, Rajendra Kumar (Contractor)" userId="56d71585-75d4-484c-b8af-e7b48ede83b8" providerId="ADAL" clId="{EC66267B-701E-41A9-98F0-06003D4ABF69}" dt="2025-10-01T07:49:06.961" v="1389"/>
          <ac:spMkLst>
            <pc:docMk/>
            <pc:sldMk cId="3794543419" sldId="411"/>
            <ac:spMk id="3" creationId="{DBF73656-8B66-05AB-BC0F-C8D1B1993ACE}"/>
          </ac:spMkLst>
        </pc:spChg>
      </pc:sldChg>
      <pc:sldChg chg="modSp">
        <pc:chgData name="S, Rajendra Kumar (Contractor)" userId="56d71585-75d4-484c-b8af-e7b48ede83b8" providerId="ADAL" clId="{EC66267B-701E-41A9-98F0-06003D4ABF69}" dt="2025-10-01T07:49:06.961" v="1389"/>
        <pc:sldMkLst>
          <pc:docMk/>
          <pc:sldMk cId="1603820869" sldId="413"/>
        </pc:sldMkLst>
        <pc:spChg chg="mod">
          <ac:chgData name="S, Rajendra Kumar (Contractor)" userId="56d71585-75d4-484c-b8af-e7b48ede83b8" providerId="ADAL" clId="{EC66267B-701E-41A9-98F0-06003D4ABF69}" dt="2025-10-01T07:49:06.961" v="1389"/>
          <ac:spMkLst>
            <pc:docMk/>
            <pc:sldMk cId="1603820869" sldId="413"/>
            <ac:spMk id="2" creationId="{29D99FDB-C5AE-8C2C-2DAB-D4B9AB2E8598}"/>
          </ac:spMkLst>
        </pc:spChg>
        <pc:spChg chg="mod">
          <ac:chgData name="S, Rajendra Kumar (Contractor)" userId="56d71585-75d4-484c-b8af-e7b48ede83b8" providerId="ADAL" clId="{EC66267B-701E-41A9-98F0-06003D4ABF69}" dt="2025-10-01T07:49:06.961" v="1389"/>
          <ac:spMkLst>
            <pc:docMk/>
            <pc:sldMk cId="1603820869" sldId="413"/>
            <ac:spMk id="3" creationId="{F5B0AAB2-4EBD-2D1C-B240-E495EA1E134C}"/>
          </ac:spMkLst>
        </pc:spChg>
      </pc:sldChg>
      <pc:sldChg chg="modSp">
        <pc:chgData name="S, Rajendra Kumar (Contractor)" userId="56d71585-75d4-484c-b8af-e7b48ede83b8" providerId="ADAL" clId="{EC66267B-701E-41A9-98F0-06003D4ABF69}" dt="2025-10-01T07:49:06.961" v="1389"/>
        <pc:sldMkLst>
          <pc:docMk/>
          <pc:sldMk cId="2006748999" sldId="414"/>
        </pc:sldMkLst>
        <pc:spChg chg="mod">
          <ac:chgData name="S, Rajendra Kumar (Contractor)" userId="56d71585-75d4-484c-b8af-e7b48ede83b8" providerId="ADAL" clId="{EC66267B-701E-41A9-98F0-06003D4ABF69}" dt="2025-10-01T07:49:06.961" v="1389"/>
          <ac:spMkLst>
            <pc:docMk/>
            <pc:sldMk cId="2006748999" sldId="414"/>
            <ac:spMk id="2" creationId="{02C852CC-45EE-9DCD-5D78-FD0C088FD3D2}"/>
          </ac:spMkLst>
        </pc:spChg>
        <pc:spChg chg="mod">
          <ac:chgData name="S, Rajendra Kumar (Contractor)" userId="56d71585-75d4-484c-b8af-e7b48ede83b8" providerId="ADAL" clId="{EC66267B-701E-41A9-98F0-06003D4ABF69}" dt="2025-10-01T07:49:06.961" v="1389"/>
          <ac:spMkLst>
            <pc:docMk/>
            <pc:sldMk cId="2006748999" sldId="414"/>
            <ac:spMk id="3" creationId="{57417FF4-3D99-3568-C71E-F6721DAE95D4}"/>
          </ac:spMkLst>
        </pc:spChg>
      </pc:sldChg>
      <pc:sldChg chg="modSp">
        <pc:chgData name="S, Rajendra Kumar (Contractor)" userId="56d71585-75d4-484c-b8af-e7b48ede83b8" providerId="ADAL" clId="{EC66267B-701E-41A9-98F0-06003D4ABF69}" dt="2025-10-01T07:49:06.961" v="1389"/>
        <pc:sldMkLst>
          <pc:docMk/>
          <pc:sldMk cId="1922441595" sldId="415"/>
        </pc:sldMkLst>
        <pc:spChg chg="mod">
          <ac:chgData name="S, Rajendra Kumar (Contractor)" userId="56d71585-75d4-484c-b8af-e7b48ede83b8" providerId="ADAL" clId="{EC66267B-701E-41A9-98F0-06003D4ABF69}" dt="2025-10-01T07:49:06.961" v="1389"/>
          <ac:spMkLst>
            <pc:docMk/>
            <pc:sldMk cId="1922441595" sldId="415"/>
            <ac:spMk id="2" creationId="{C54B1E81-9ED2-B4D2-CCD8-6D01FF29EAAC}"/>
          </ac:spMkLst>
        </pc:spChg>
        <pc:spChg chg="mod">
          <ac:chgData name="S, Rajendra Kumar (Contractor)" userId="56d71585-75d4-484c-b8af-e7b48ede83b8" providerId="ADAL" clId="{EC66267B-701E-41A9-98F0-06003D4ABF69}" dt="2025-10-01T07:49:06.961" v="1389"/>
          <ac:spMkLst>
            <pc:docMk/>
            <pc:sldMk cId="1922441595" sldId="415"/>
            <ac:spMk id="3" creationId="{EA256BEE-9642-091B-48E2-EF985E6A0F6E}"/>
          </ac:spMkLst>
        </pc:spChg>
      </pc:sldChg>
      <pc:sldChg chg="addSp modSp">
        <pc:chgData name="S, Rajendra Kumar (Contractor)" userId="56d71585-75d4-484c-b8af-e7b48ede83b8" providerId="ADAL" clId="{EC66267B-701E-41A9-98F0-06003D4ABF69}" dt="2025-10-01T07:49:06.961" v="1389"/>
        <pc:sldMkLst>
          <pc:docMk/>
          <pc:sldMk cId="386057156" sldId="416"/>
        </pc:sldMkLst>
        <pc:spChg chg="mod">
          <ac:chgData name="S, Rajendra Kumar (Contractor)" userId="56d71585-75d4-484c-b8af-e7b48ede83b8" providerId="ADAL" clId="{EC66267B-701E-41A9-98F0-06003D4ABF69}" dt="2025-10-01T07:49:06.961" v="1389"/>
          <ac:spMkLst>
            <pc:docMk/>
            <pc:sldMk cId="386057156" sldId="416"/>
            <ac:spMk id="2" creationId="{AFAD2CDD-356C-3821-7E5F-FC1B9FE48B44}"/>
          </ac:spMkLst>
        </pc:spChg>
        <pc:spChg chg="mod">
          <ac:chgData name="S, Rajendra Kumar (Contractor)" userId="56d71585-75d4-484c-b8af-e7b48ede83b8" providerId="ADAL" clId="{EC66267B-701E-41A9-98F0-06003D4ABF69}" dt="2025-10-01T07:49:06.961" v="1389"/>
          <ac:spMkLst>
            <pc:docMk/>
            <pc:sldMk cId="386057156" sldId="416"/>
            <ac:spMk id="3" creationId="{F60E5FD0-E723-FABA-E7A2-F3A30D7E1690}"/>
          </ac:spMkLst>
        </pc:spChg>
        <pc:picChg chg="add mod">
          <ac:chgData name="S, Rajendra Kumar (Contractor)" userId="56d71585-75d4-484c-b8af-e7b48ede83b8" providerId="ADAL" clId="{EC66267B-701E-41A9-98F0-06003D4ABF69}" dt="2025-09-16T09:12:08.912" v="13" actId="1038"/>
          <ac:picMkLst>
            <pc:docMk/>
            <pc:sldMk cId="386057156" sldId="416"/>
            <ac:picMk id="1026" creationId="{0EE80048-BD0E-24FE-03F2-6D6D2AC068D6}"/>
          </ac:picMkLst>
        </pc:picChg>
      </pc:sldChg>
      <pc:sldChg chg="modSp">
        <pc:chgData name="S, Rajendra Kumar (Contractor)" userId="56d71585-75d4-484c-b8af-e7b48ede83b8" providerId="ADAL" clId="{EC66267B-701E-41A9-98F0-06003D4ABF69}" dt="2025-10-01T07:49:06.961" v="1389"/>
        <pc:sldMkLst>
          <pc:docMk/>
          <pc:sldMk cId="1732395918" sldId="417"/>
        </pc:sldMkLst>
        <pc:spChg chg="mod">
          <ac:chgData name="S, Rajendra Kumar (Contractor)" userId="56d71585-75d4-484c-b8af-e7b48ede83b8" providerId="ADAL" clId="{EC66267B-701E-41A9-98F0-06003D4ABF69}" dt="2025-10-01T07:49:06.961" v="1389"/>
          <ac:spMkLst>
            <pc:docMk/>
            <pc:sldMk cId="1732395918" sldId="417"/>
            <ac:spMk id="2" creationId="{46F61267-571F-AC8B-9460-5BC0CBA848B2}"/>
          </ac:spMkLst>
        </pc:spChg>
        <pc:spChg chg="mod">
          <ac:chgData name="S, Rajendra Kumar (Contractor)" userId="56d71585-75d4-484c-b8af-e7b48ede83b8" providerId="ADAL" clId="{EC66267B-701E-41A9-98F0-06003D4ABF69}" dt="2025-10-01T07:49:06.961" v="1389"/>
          <ac:spMkLst>
            <pc:docMk/>
            <pc:sldMk cId="1732395918" sldId="417"/>
            <ac:spMk id="3" creationId="{FB9F9814-43C0-C58D-652B-B36C3C0E5163}"/>
          </ac:spMkLst>
        </pc:spChg>
      </pc:sldChg>
      <pc:sldChg chg="modSp">
        <pc:chgData name="S, Rajendra Kumar (Contractor)" userId="56d71585-75d4-484c-b8af-e7b48ede83b8" providerId="ADAL" clId="{EC66267B-701E-41A9-98F0-06003D4ABF69}" dt="2025-10-01T07:49:06.961" v="1389"/>
        <pc:sldMkLst>
          <pc:docMk/>
          <pc:sldMk cId="664340028" sldId="418"/>
        </pc:sldMkLst>
        <pc:spChg chg="mod">
          <ac:chgData name="S, Rajendra Kumar (Contractor)" userId="56d71585-75d4-484c-b8af-e7b48ede83b8" providerId="ADAL" clId="{EC66267B-701E-41A9-98F0-06003D4ABF69}" dt="2025-10-01T07:49:06.961" v="1389"/>
          <ac:spMkLst>
            <pc:docMk/>
            <pc:sldMk cId="664340028" sldId="418"/>
            <ac:spMk id="2" creationId="{F969C11B-FAA7-F777-2862-F9E4DD76DCCE}"/>
          </ac:spMkLst>
        </pc:spChg>
        <pc:spChg chg="mod">
          <ac:chgData name="S, Rajendra Kumar (Contractor)" userId="56d71585-75d4-484c-b8af-e7b48ede83b8" providerId="ADAL" clId="{EC66267B-701E-41A9-98F0-06003D4ABF69}" dt="2025-10-01T07:49:06.961" v="1389"/>
          <ac:spMkLst>
            <pc:docMk/>
            <pc:sldMk cId="664340028" sldId="418"/>
            <ac:spMk id="3" creationId="{72336709-5D48-5D5B-8CE3-D30B0FEC2B49}"/>
          </ac:spMkLst>
        </pc:spChg>
      </pc:sldChg>
      <pc:sldChg chg="modSp">
        <pc:chgData name="S, Rajendra Kumar (Contractor)" userId="56d71585-75d4-484c-b8af-e7b48ede83b8" providerId="ADAL" clId="{EC66267B-701E-41A9-98F0-06003D4ABF69}" dt="2025-10-01T07:49:06.961" v="1389"/>
        <pc:sldMkLst>
          <pc:docMk/>
          <pc:sldMk cId="820990240" sldId="419"/>
        </pc:sldMkLst>
        <pc:spChg chg="mod">
          <ac:chgData name="S, Rajendra Kumar (Contractor)" userId="56d71585-75d4-484c-b8af-e7b48ede83b8" providerId="ADAL" clId="{EC66267B-701E-41A9-98F0-06003D4ABF69}" dt="2025-10-01T07:49:06.961" v="1389"/>
          <ac:spMkLst>
            <pc:docMk/>
            <pc:sldMk cId="820990240" sldId="419"/>
            <ac:spMk id="2" creationId="{A3E5597D-154E-66D2-A7F0-CA23BFE2DDDA}"/>
          </ac:spMkLst>
        </pc:spChg>
        <pc:spChg chg="mod">
          <ac:chgData name="S, Rajendra Kumar (Contractor)" userId="56d71585-75d4-484c-b8af-e7b48ede83b8" providerId="ADAL" clId="{EC66267B-701E-41A9-98F0-06003D4ABF69}" dt="2025-10-01T07:49:06.961" v="1389"/>
          <ac:spMkLst>
            <pc:docMk/>
            <pc:sldMk cId="820990240" sldId="419"/>
            <ac:spMk id="3" creationId="{F84FA8EF-9CC0-5E01-04EE-4F2B38F73CC6}"/>
          </ac:spMkLst>
        </pc:spChg>
      </pc:sldChg>
      <pc:sldChg chg="modSp">
        <pc:chgData name="S, Rajendra Kumar (Contractor)" userId="56d71585-75d4-484c-b8af-e7b48ede83b8" providerId="ADAL" clId="{EC66267B-701E-41A9-98F0-06003D4ABF69}" dt="2025-10-01T07:49:06.961" v="1389"/>
        <pc:sldMkLst>
          <pc:docMk/>
          <pc:sldMk cId="4236316994" sldId="420"/>
        </pc:sldMkLst>
        <pc:spChg chg="mod">
          <ac:chgData name="S, Rajendra Kumar (Contractor)" userId="56d71585-75d4-484c-b8af-e7b48ede83b8" providerId="ADAL" clId="{EC66267B-701E-41A9-98F0-06003D4ABF69}" dt="2025-10-01T07:49:06.961" v="1389"/>
          <ac:spMkLst>
            <pc:docMk/>
            <pc:sldMk cId="4236316994" sldId="420"/>
            <ac:spMk id="2" creationId="{BD35078B-BF79-BD5F-AF36-9E217523A84A}"/>
          </ac:spMkLst>
        </pc:spChg>
        <pc:spChg chg="mod">
          <ac:chgData name="S, Rajendra Kumar (Contractor)" userId="56d71585-75d4-484c-b8af-e7b48ede83b8" providerId="ADAL" clId="{EC66267B-701E-41A9-98F0-06003D4ABF69}" dt="2025-10-01T07:49:06.961" v="1389"/>
          <ac:spMkLst>
            <pc:docMk/>
            <pc:sldMk cId="4236316994" sldId="420"/>
            <ac:spMk id="3" creationId="{824DDCA4-10E7-88F7-002B-4E9FE267E102}"/>
          </ac:spMkLst>
        </pc:spChg>
      </pc:sldChg>
      <pc:sldChg chg="modSp">
        <pc:chgData name="S, Rajendra Kumar (Contractor)" userId="56d71585-75d4-484c-b8af-e7b48ede83b8" providerId="ADAL" clId="{EC66267B-701E-41A9-98F0-06003D4ABF69}" dt="2025-10-01T07:49:06.961" v="1389"/>
        <pc:sldMkLst>
          <pc:docMk/>
          <pc:sldMk cId="253564878" sldId="421"/>
        </pc:sldMkLst>
        <pc:spChg chg="mod">
          <ac:chgData name="S, Rajendra Kumar (Contractor)" userId="56d71585-75d4-484c-b8af-e7b48ede83b8" providerId="ADAL" clId="{EC66267B-701E-41A9-98F0-06003D4ABF69}" dt="2025-10-01T07:49:06.961" v="1389"/>
          <ac:spMkLst>
            <pc:docMk/>
            <pc:sldMk cId="253564878" sldId="421"/>
            <ac:spMk id="2" creationId="{309ABA39-3910-5859-FDAF-B674B052569C}"/>
          </ac:spMkLst>
        </pc:spChg>
        <pc:spChg chg="mod">
          <ac:chgData name="S, Rajendra Kumar (Contractor)" userId="56d71585-75d4-484c-b8af-e7b48ede83b8" providerId="ADAL" clId="{EC66267B-701E-41A9-98F0-06003D4ABF69}" dt="2025-10-01T07:49:06.961" v="1389"/>
          <ac:spMkLst>
            <pc:docMk/>
            <pc:sldMk cId="253564878" sldId="421"/>
            <ac:spMk id="3" creationId="{4452EB3D-02F1-A0E2-CB10-C22BEFDC75FA}"/>
          </ac:spMkLst>
        </pc:spChg>
      </pc:sldChg>
      <pc:sldChg chg="modSp mod">
        <pc:chgData name="S, Rajendra Kumar (Contractor)" userId="56d71585-75d4-484c-b8af-e7b48ede83b8" providerId="ADAL" clId="{EC66267B-701E-41A9-98F0-06003D4ABF69}" dt="2025-10-01T08:27:58.511" v="1407" actId="27636"/>
        <pc:sldMkLst>
          <pc:docMk/>
          <pc:sldMk cId="2240845010" sldId="422"/>
        </pc:sldMkLst>
        <pc:spChg chg="mod">
          <ac:chgData name="S, Rajendra Kumar (Contractor)" userId="56d71585-75d4-484c-b8af-e7b48ede83b8" providerId="ADAL" clId="{EC66267B-701E-41A9-98F0-06003D4ABF69}" dt="2025-10-01T07:49:06.961" v="1389"/>
          <ac:spMkLst>
            <pc:docMk/>
            <pc:sldMk cId="2240845010" sldId="422"/>
            <ac:spMk id="2" creationId="{611A3F44-65CC-D53A-9E1F-DB586E9B6C9A}"/>
          </ac:spMkLst>
        </pc:spChg>
        <pc:spChg chg="mod">
          <ac:chgData name="S, Rajendra Kumar (Contractor)" userId="56d71585-75d4-484c-b8af-e7b48ede83b8" providerId="ADAL" clId="{EC66267B-701E-41A9-98F0-06003D4ABF69}" dt="2025-10-01T08:27:58.511" v="1407" actId="27636"/>
          <ac:spMkLst>
            <pc:docMk/>
            <pc:sldMk cId="2240845010" sldId="422"/>
            <ac:spMk id="3" creationId="{BE0BF94A-5239-BEE5-6E79-522C34EA1618}"/>
          </ac:spMkLst>
        </pc:spChg>
      </pc:sldChg>
      <pc:sldChg chg="addSp modSp new">
        <pc:chgData name="S, Rajendra Kumar (Contractor)" userId="56d71585-75d4-484c-b8af-e7b48ede83b8" providerId="ADAL" clId="{EC66267B-701E-41A9-98F0-06003D4ABF69}" dt="2025-10-01T07:49:06.961" v="1389"/>
        <pc:sldMkLst>
          <pc:docMk/>
          <pc:sldMk cId="3873463615" sldId="423"/>
        </pc:sldMkLst>
        <pc:spChg chg="mod">
          <ac:chgData name="S, Rajendra Kumar (Contractor)" userId="56d71585-75d4-484c-b8af-e7b48ede83b8" providerId="ADAL" clId="{EC66267B-701E-41A9-98F0-06003D4ABF69}" dt="2025-10-01T07:49:06.961" v="1389"/>
          <ac:spMkLst>
            <pc:docMk/>
            <pc:sldMk cId="3873463615" sldId="423"/>
            <ac:spMk id="2" creationId="{A68F3BE6-A610-7D41-FC84-FB38A9A597CE}"/>
          </ac:spMkLst>
        </pc:spChg>
        <pc:spChg chg="mod">
          <ac:chgData name="S, Rajendra Kumar (Contractor)" userId="56d71585-75d4-484c-b8af-e7b48ede83b8" providerId="ADAL" clId="{EC66267B-701E-41A9-98F0-06003D4ABF69}" dt="2025-10-01T07:49:06.961" v="1389"/>
          <ac:spMkLst>
            <pc:docMk/>
            <pc:sldMk cId="3873463615" sldId="423"/>
            <ac:spMk id="3" creationId="{3E8E8E83-7096-F3F7-6370-27C1E16B37B2}"/>
          </ac:spMkLst>
        </pc:spChg>
        <pc:picChg chg="add mod">
          <ac:chgData name="S, Rajendra Kumar (Contractor)" userId="56d71585-75d4-484c-b8af-e7b48ede83b8" providerId="ADAL" clId="{EC66267B-701E-41A9-98F0-06003D4ABF69}" dt="2025-09-16T09:12:49.174" v="18" actId="14100"/>
          <ac:picMkLst>
            <pc:docMk/>
            <pc:sldMk cId="3873463615" sldId="423"/>
            <ac:picMk id="2050" creationId="{F17AB3A8-0AFF-FB0B-FCE2-F28778A0CB85}"/>
          </ac:picMkLst>
        </pc:picChg>
      </pc:sldChg>
      <pc:sldChg chg="modSp new mod">
        <pc:chgData name="S, Rajendra Kumar (Contractor)" userId="56d71585-75d4-484c-b8af-e7b48ede83b8" providerId="ADAL" clId="{EC66267B-701E-41A9-98F0-06003D4ABF69}" dt="2025-10-01T08:27:58.519" v="1408" actId="27636"/>
        <pc:sldMkLst>
          <pc:docMk/>
          <pc:sldMk cId="1396404611" sldId="424"/>
        </pc:sldMkLst>
        <pc:spChg chg="mod">
          <ac:chgData name="S, Rajendra Kumar (Contractor)" userId="56d71585-75d4-484c-b8af-e7b48ede83b8" providerId="ADAL" clId="{EC66267B-701E-41A9-98F0-06003D4ABF69}" dt="2025-10-01T07:49:06.961" v="1389"/>
          <ac:spMkLst>
            <pc:docMk/>
            <pc:sldMk cId="1396404611" sldId="424"/>
            <ac:spMk id="2" creationId="{F7BF50A4-D785-9EE2-DCFD-9E6542C37A0A}"/>
          </ac:spMkLst>
        </pc:spChg>
        <pc:spChg chg="mod">
          <ac:chgData name="S, Rajendra Kumar (Contractor)" userId="56d71585-75d4-484c-b8af-e7b48ede83b8" providerId="ADAL" clId="{EC66267B-701E-41A9-98F0-06003D4ABF69}" dt="2025-10-01T08:27:58.519" v="1408" actId="27636"/>
          <ac:spMkLst>
            <pc:docMk/>
            <pc:sldMk cId="1396404611" sldId="424"/>
            <ac:spMk id="3" creationId="{3DDF4681-3A09-F0B2-A6CF-5EAF6B3041A4}"/>
          </ac:spMkLst>
        </pc:spChg>
      </pc:sldChg>
      <pc:sldChg chg="modSp new mod">
        <pc:chgData name="S, Rajendra Kumar (Contractor)" userId="56d71585-75d4-484c-b8af-e7b48ede83b8" providerId="ADAL" clId="{EC66267B-701E-41A9-98F0-06003D4ABF69}" dt="2025-10-01T07:49:06.961" v="1389"/>
        <pc:sldMkLst>
          <pc:docMk/>
          <pc:sldMk cId="357489071" sldId="425"/>
        </pc:sldMkLst>
        <pc:spChg chg="mod">
          <ac:chgData name="S, Rajendra Kumar (Contractor)" userId="56d71585-75d4-484c-b8af-e7b48ede83b8" providerId="ADAL" clId="{EC66267B-701E-41A9-98F0-06003D4ABF69}" dt="2025-10-01T07:49:06.961" v="1389"/>
          <ac:spMkLst>
            <pc:docMk/>
            <pc:sldMk cId="357489071" sldId="425"/>
            <ac:spMk id="2" creationId="{EE5C9345-678C-FEAD-DC77-E9D4E9335EB3}"/>
          </ac:spMkLst>
        </pc:spChg>
        <pc:spChg chg="mod">
          <ac:chgData name="S, Rajendra Kumar (Contractor)" userId="56d71585-75d4-484c-b8af-e7b48ede83b8" providerId="ADAL" clId="{EC66267B-701E-41A9-98F0-06003D4ABF69}" dt="2025-10-01T07:49:06.961" v="1389"/>
          <ac:spMkLst>
            <pc:docMk/>
            <pc:sldMk cId="357489071" sldId="425"/>
            <ac:spMk id="3" creationId="{CCF63D7A-E568-20B9-A95C-8F8892E16616}"/>
          </ac:spMkLst>
        </pc:spChg>
      </pc:sldChg>
      <pc:sldChg chg="addSp modSp new mod">
        <pc:chgData name="S, Rajendra Kumar (Contractor)" userId="56d71585-75d4-484c-b8af-e7b48ede83b8" providerId="ADAL" clId="{EC66267B-701E-41A9-98F0-06003D4ABF69}" dt="2025-10-01T08:28:51.016" v="1409" actId="313"/>
        <pc:sldMkLst>
          <pc:docMk/>
          <pc:sldMk cId="2582808325" sldId="426"/>
        </pc:sldMkLst>
        <pc:spChg chg="mod">
          <ac:chgData name="S, Rajendra Kumar (Contractor)" userId="56d71585-75d4-484c-b8af-e7b48ede83b8" providerId="ADAL" clId="{EC66267B-701E-41A9-98F0-06003D4ABF69}" dt="2025-10-01T08:28:51.016" v="1409" actId="313"/>
          <ac:spMkLst>
            <pc:docMk/>
            <pc:sldMk cId="2582808325" sldId="426"/>
            <ac:spMk id="2" creationId="{CCC780DA-9DF5-E155-724B-847F11BA45D2}"/>
          </ac:spMkLst>
        </pc:spChg>
        <pc:spChg chg="mod">
          <ac:chgData name="S, Rajendra Kumar (Contractor)" userId="56d71585-75d4-484c-b8af-e7b48ede83b8" providerId="ADAL" clId="{EC66267B-701E-41A9-98F0-06003D4ABF69}" dt="2025-10-01T07:49:06.961" v="1389"/>
          <ac:spMkLst>
            <pc:docMk/>
            <pc:sldMk cId="2582808325" sldId="426"/>
            <ac:spMk id="3" creationId="{C1A79E39-FA7D-0045-AFD6-C46609A9D786}"/>
          </ac:spMkLst>
        </pc:spChg>
        <pc:picChg chg="add mod">
          <ac:chgData name="S, Rajendra Kumar (Contractor)" userId="56d71585-75d4-484c-b8af-e7b48ede83b8" providerId="ADAL" clId="{EC66267B-701E-41A9-98F0-06003D4ABF69}" dt="2025-09-16T09:21:40.027" v="93" actId="1076"/>
          <ac:picMkLst>
            <pc:docMk/>
            <pc:sldMk cId="2582808325" sldId="426"/>
            <ac:picMk id="3074" creationId="{51B57A52-B7DC-4206-FD29-CAD28057F1AB}"/>
          </ac:picMkLst>
        </pc:picChg>
      </pc:sldChg>
      <pc:sldChg chg="addSp modSp new mod">
        <pc:chgData name="S, Rajendra Kumar (Contractor)" userId="56d71585-75d4-484c-b8af-e7b48ede83b8" providerId="ADAL" clId="{EC66267B-701E-41A9-98F0-06003D4ABF69}" dt="2025-10-01T07:49:06.961" v="1389"/>
        <pc:sldMkLst>
          <pc:docMk/>
          <pc:sldMk cId="3126725607" sldId="427"/>
        </pc:sldMkLst>
        <pc:spChg chg="mod">
          <ac:chgData name="S, Rajendra Kumar (Contractor)" userId="56d71585-75d4-484c-b8af-e7b48ede83b8" providerId="ADAL" clId="{EC66267B-701E-41A9-98F0-06003D4ABF69}" dt="2025-10-01T07:49:06.961" v="1389"/>
          <ac:spMkLst>
            <pc:docMk/>
            <pc:sldMk cId="3126725607" sldId="427"/>
            <ac:spMk id="2" creationId="{26F60309-0712-3A37-E874-09E27EFE9759}"/>
          </ac:spMkLst>
        </pc:spChg>
        <pc:spChg chg="mod">
          <ac:chgData name="S, Rajendra Kumar (Contractor)" userId="56d71585-75d4-484c-b8af-e7b48ede83b8" providerId="ADAL" clId="{EC66267B-701E-41A9-98F0-06003D4ABF69}" dt="2025-10-01T07:49:06.961" v="1389"/>
          <ac:spMkLst>
            <pc:docMk/>
            <pc:sldMk cId="3126725607" sldId="427"/>
            <ac:spMk id="3" creationId="{792EC517-8C54-7889-89A5-4590CBEB2713}"/>
          </ac:spMkLst>
        </pc:spChg>
        <pc:picChg chg="add mod">
          <ac:chgData name="S, Rajendra Kumar (Contractor)" userId="56d71585-75d4-484c-b8af-e7b48ede83b8" providerId="ADAL" clId="{EC66267B-701E-41A9-98F0-06003D4ABF69}" dt="2025-09-16T09:22:41.895" v="103" actId="1076"/>
          <ac:picMkLst>
            <pc:docMk/>
            <pc:sldMk cId="3126725607" sldId="427"/>
            <ac:picMk id="4098" creationId="{20480289-E0FA-7D0F-0229-A7F0413BF317}"/>
          </ac:picMkLst>
        </pc:picChg>
      </pc:sldChg>
      <pc:sldChg chg="addSp modSp new mod">
        <pc:chgData name="S, Rajendra Kumar (Contractor)" userId="56d71585-75d4-484c-b8af-e7b48ede83b8" providerId="ADAL" clId="{EC66267B-701E-41A9-98F0-06003D4ABF69}" dt="2025-10-01T07:49:06.961" v="1389"/>
        <pc:sldMkLst>
          <pc:docMk/>
          <pc:sldMk cId="3978620489" sldId="428"/>
        </pc:sldMkLst>
        <pc:spChg chg="mod">
          <ac:chgData name="S, Rajendra Kumar (Contractor)" userId="56d71585-75d4-484c-b8af-e7b48ede83b8" providerId="ADAL" clId="{EC66267B-701E-41A9-98F0-06003D4ABF69}" dt="2025-10-01T07:49:06.961" v="1389"/>
          <ac:spMkLst>
            <pc:docMk/>
            <pc:sldMk cId="3978620489" sldId="428"/>
            <ac:spMk id="2" creationId="{62D93E0C-07F1-C556-A851-3655A80CDC81}"/>
          </ac:spMkLst>
        </pc:spChg>
        <pc:spChg chg="mod">
          <ac:chgData name="S, Rajendra Kumar (Contractor)" userId="56d71585-75d4-484c-b8af-e7b48ede83b8" providerId="ADAL" clId="{EC66267B-701E-41A9-98F0-06003D4ABF69}" dt="2025-10-01T07:49:06.961" v="1389"/>
          <ac:spMkLst>
            <pc:docMk/>
            <pc:sldMk cId="3978620489" sldId="428"/>
            <ac:spMk id="3" creationId="{0E3AD7D3-FB80-F893-B55B-E3ECB212CDAC}"/>
          </ac:spMkLst>
        </pc:spChg>
        <pc:picChg chg="add mod">
          <ac:chgData name="S, Rajendra Kumar (Contractor)" userId="56d71585-75d4-484c-b8af-e7b48ede83b8" providerId="ADAL" clId="{EC66267B-701E-41A9-98F0-06003D4ABF69}" dt="2025-09-29T08:22:42.270" v="600" actId="1076"/>
          <ac:picMkLst>
            <pc:docMk/>
            <pc:sldMk cId="3978620489" sldId="428"/>
            <ac:picMk id="2050" creationId="{5CA5A1B7-37BE-2E68-7AB4-BFBF7091505B}"/>
          </ac:picMkLst>
        </pc:picChg>
      </pc:sldChg>
      <pc:sldChg chg="addSp modSp new mod">
        <pc:chgData name="S, Rajendra Kumar (Contractor)" userId="56d71585-75d4-484c-b8af-e7b48ede83b8" providerId="ADAL" clId="{EC66267B-701E-41A9-98F0-06003D4ABF69}" dt="2025-10-01T07:49:06.961" v="1389"/>
        <pc:sldMkLst>
          <pc:docMk/>
          <pc:sldMk cId="782475165" sldId="429"/>
        </pc:sldMkLst>
        <pc:spChg chg="mod">
          <ac:chgData name="S, Rajendra Kumar (Contractor)" userId="56d71585-75d4-484c-b8af-e7b48ede83b8" providerId="ADAL" clId="{EC66267B-701E-41A9-98F0-06003D4ABF69}" dt="2025-10-01T07:49:06.961" v="1389"/>
          <ac:spMkLst>
            <pc:docMk/>
            <pc:sldMk cId="782475165" sldId="429"/>
            <ac:spMk id="2" creationId="{FEEDD266-8C2A-4DF1-D62F-F149CFB8848C}"/>
          </ac:spMkLst>
        </pc:spChg>
        <pc:spChg chg="mod">
          <ac:chgData name="S, Rajendra Kumar (Contractor)" userId="56d71585-75d4-484c-b8af-e7b48ede83b8" providerId="ADAL" clId="{EC66267B-701E-41A9-98F0-06003D4ABF69}" dt="2025-10-01T07:49:06.961" v="1389"/>
          <ac:spMkLst>
            <pc:docMk/>
            <pc:sldMk cId="782475165" sldId="429"/>
            <ac:spMk id="3" creationId="{4D4DD012-01BD-9D97-1B25-9D295866EA0C}"/>
          </ac:spMkLst>
        </pc:spChg>
        <pc:picChg chg="add mod">
          <ac:chgData name="S, Rajendra Kumar (Contractor)" userId="56d71585-75d4-484c-b8af-e7b48ede83b8" providerId="ADAL" clId="{EC66267B-701E-41A9-98F0-06003D4ABF69}" dt="2025-09-29T08:28:47.030" v="607"/>
          <ac:picMkLst>
            <pc:docMk/>
            <pc:sldMk cId="782475165" sldId="429"/>
            <ac:picMk id="3074" creationId="{DC1F5144-3C45-5950-79FB-2DBD3E3F60C0}"/>
          </ac:picMkLst>
        </pc:picChg>
      </pc:sldChg>
      <pc:sldChg chg="modSp new mod">
        <pc:chgData name="S, Rajendra Kumar (Contractor)" userId="56d71585-75d4-484c-b8af-e7b48ede83b8" providerId="ADAL" clId="{EC66267B-701E-41A9-98F0-06003D4ABF69}" dt="2025-10-01T08:27:58.349" v="1399" actId="27636"/>
        <pc:sldMkLst>
          <pc:docMk/>
          <pc:sldMk cId="2105262738" sldId="430"/>
        </pc:sldMkLst>
        <pc:spChg chg="mod">
          <ac:chgData name="S, Rajendra Kumar (Contractor)" userId="56d71585-75d4-484c-b8af-e7b48ede83b8" providerId="ADAL" clId="{EC66267B-701E-41A9-98F0-06003D4ABF69}" dt="2025-10-01T07:49:06.961" v="1389"/>
          <ac:spMkLst>
            <pc:docMk/>
            <pc:sldMk cId="2105262738" sldId="430"/>
            <ac:spMk id="2" creationId="{5C371541-9111-7EF7-A479-C4B4EB27AFEA}"/>
          </ac:spMkLst>
        </pc:spChg>
        <pc:spChg chg="mod">
          <ac:chgData name="S, Rajendra Kumar (Contractor)" userId="56d71585-75d4-484c-b8af-e7b48ede83b8" providerId="ADAL" clId="{EC66267B-701E-41A9-98F0-06003D4ABF69}" dt="2025-10-01T08:27:58.349" v="1399" actId="27636"/>
          <ac:spMkLst>
            <pc:docMk/>
            <pc:sldMk cId="2105262738" sldId="430"/>
            <ac:spMk id="3" creationId="{9CC43DB7-491E-15A5-E3AF-4902F5E61B3B}"/>
          </ac:spMkLst>
        </pc:spChg>
      </pc:sldChg>
      <pc:sldChg chg="modSp new mod">
        <pc:chgData name="S, Rajendra Kumar (Contractor)" userId="56d71585-75d4-484c-b8af-e7b48ede83b8" providerId="ADAL" clId="{EC66267B-701E-41A9-98F0-06003D4ABF69}" dt="2025-10-01T08:27:58.356" v="1400" actId="27636"/>
        <pc:sldMkLst>
          <pc:docMk/>
          <pc:sldMk cId="2569487380" sldId="431"/>
        </pc:sldMkLst>
        <pc:spChg chg="mod">
          <ac:chgData name="S, Rajendra Kumar (Contractor)" userId="56d71585-75d4-484c-b8af-e7b48ede83b8" providerId="ADAL" clId="{EC66267B-701E-41A9-98F0-06003D4ABF69}" dt="2025-10-01T07:49:06.961" v="1389"/>
          <ac:spMkLst>
            <pc:docMk/>
            <pc:sldMk cId="2569487380" sldId="431"/>
            <ac:spMk id="2" creationId="{24A1191A-CE0A-9C28-46D6-42023D2CFFB2}"/>
          </ac:spMkLst>
        </pc:spChg>
        <pc:spChg chg="mod">
          <ac:chgData name="S, Rajendra Kumar (Contractor)" userId="56d71585-75d4-484c-b8af-e7b48ede83b8" providerId="ADAL" clId="{EC66267B-701E-41A9-98F0-06003D4ABF69}" dt="2025-10-01T08:27:58.356" v="1400" actId="27636"/>
          <ac:spMkLst>
            <pc:docMk/>
            <pc:sldMk cId="2569487380" sldId="431"/>
            <ac:spMk id="3" creationId="{AC27DE4A-7FFD-0B5E-3E50-FC05221A0C02}"/>
          </ac:spMkLst>
        </pc:spChg>
      </pc:sldChg>
      <pc:sldChg chg="addSp modSp new mod">
        <pc:chgData name="S, Rajendra Kumar (Contractor)" userId="56d71585-75d4-484c-b8af-e7b48ede83b8" providerId="ADAL" clId="{EC66267B-701E-41A9-98F0-06003D4ABF69}" dt="2025-10-01T07:49:06.961" v="1389"/>
        <pc:sldMkLst>
          <pc:docMk/>
          <pc:sldMk cId="1128580505" sldId="432"/>
        </pc:sldMkLst>
        <pc:spChg chg="mod">
          <ac:chgData name="S, Rajendra Kumar (Contractor)" userId="56d71585-75d4-484c-b8af-e7b48ede83b8" providerId="ADAL" clId="{EC66267B-701E-41A9-98F0-06003D4ABF69}" dt="2025-10-01T07:49:06.961" v="1389"/>
          <ac:spMkLst>
            <pc:docMk/>
            <pc:sldMk cId="1128580505" sldId="432"/>
            <ac:spMk id="2" creationId="{3F7682C9-F63F-8100-8779-785723FFA3C4}"/>
          </ac:spMkLst>
        </pc:spChg>
        <pc:spChg chg="mod">
          <ac:chgData name="S, Rajendra Kumar (Contractor)" userId="56d71585-75d4-484c-b8af-e7b48ede83b8" providerId="ADAL" clId="{EC66267B-701E-41A9-98F0-06003D4ABF69}" dt="2025-10-01T07:49:06.961" v="1389"/>
          <ac:spMkLst>
            <pc:docMk/>
            <pc:sldMk cId="1128580505" sldId="432"/>
            <ac:spMk id="3" creationId="{548CB0B6-A19D-B523-17B6-B0F476A0C7E2}"/>
          </ac:spMkLst>
        </pc:spChg>
        <pc:picChg chg="add mod">
          <ac:chgData name="S, Rajendra Kumar (Contractor)" userId="56d71585-75d4-484c-b8af-e7b48ede83b8" providerId="ADAL" clId="{EC66267B-701E-41A9-98F0-06003D4ABF69}" dt="2025-09-28T23:56:40.974" v="573" actId="1036"/>
          <ac:picMkLst>
            <pc:docMk/>
            <pc:sldMk cId="1128580505" sldId="432"/>
            <ac:picMk id="1026" creationId="{E2B50D9F-D3C8-DFFE-5D24-B8E4F1544C12}"/>
          </ac:picMkLst>
        </pc:picChg>
      </pc:sldChg>
      <pc:sldChg chg="modSp new mod">
        <pc:chgData name="S, Rajendra Kumar (Contractor)" userId="56d71585-75d4-484c-b8af-e7b48ede83b8" providerId="ADAL" clId="{EC66267B-701E-41A9-98F0-06003D4ABF69}" dt="2025-10-01T07:49:06.961" v="1389"/>
        <pc:sldMkLst>
          <pc:docMk/>
          <pc:sldMk cId="1190624342" sldId="433"/>
        </pc:sldMkLst>
        <pc:spChg chg="mod">
          <ac:chgData name="S, Rajendra Kumar (Contractor)" userId="56d71585-75d4-484c-b8af-e7b48ede83b8" providerId="ADAL" clId="{EC66267B-701E-41A9-98F0-06003D4ABF69}" dt="2025-10-01T07:49:06.961" v="1389"/>
          <ac:spMkLst>
            <pc:docMk/>
            <pc:sldMk cId="1190624342" sldId="433"/>
            <ac:spMk id="2" creationId="{706B4E16-3367-266B-8CAC-2D9095038011}"/>
          </ac:spMkLst>
        </pc:spChg>
        <pc:spChg chg="mod">
          <ac:chgData name="S, Rajendra Kumar (Contractor)" userId="56d71585-75d4-484c-b8af-e7b48ede83b8" providerId="ADAL" clId="{EC66267B-701E-41A9-98F0-06003D4ABF69}" dt="2025-10-01T07:49:06.961" v="1389"/>
          <ac:spMkLst>
            <pc:docMk/>
            <pc:sldMk cId="1190624342" sldId="433"/>
            <ac:spMk id="3" creationId="{814D5500-A3CE-E51D-0DB0-E5419B751051}"/>
          </ac:spMkLst>
        </pc:spChg>
      </pc:sldChg>
      <pc:sldChg chg="addSp delSp modSp new mod">
        <pc:chgData name="S, Rajendra Kumar (Contractor)" userId="56d71585-75d4-484c-b8af-e7b48ede83b8" providerId="ADAL" clId="{EC66267B-701E-41A9-98F0-06003D4ABF69}" dt="2025-10-01T07:49:06.961" v="1389"/>
        <pc:sldMkLst>
          <pc:docMk/>
          <pc:sldMk cId="1378476069" sldId="434"/>
        </pc:sldMkLst>
        <pc:spChg chg="mod">
          <ac:chgData name="S, Rajendra Kumar (Contractor)" userId="56d71585-75d4-484c-b8af-e7b48ede83b8" providerId="ADAL" clId="{EC66267B-701E-41A9-98F0-06003D4ABF69}" dt="2025-10-01T07:49:06.961" v="1389"/>
          <ac:spMkLst>
            <pc:docMk/>
            <pc:sldMk cId="1378476069" sldId="434"/>
            <ac:spMk id="2" creationId="{DFAD850E-0D0E-8693-4598-198358DE7B0D}"/>
          </ac:spMkLst>
        </pc:spChg>
        <pc:spChg chg="add del mod">
          <ac:chgData name="S, Rajendra Kumar (Contractor)" userId="56d71585-75d4-484c-b8af-e7b48ede83b8" providerId="ADAL" clId="{EC66267B-701E-41A9-98F0-06003D4ABF69}" dt="2025-10-01T07:49:06.961" v="1389"/>
          <ac:spMkLst>
            <pc:docMk/>
            <pc:sldMk cId="1378476069" sldId="434"/>
            <ac:spMk id="3" creationId="{ED848E10-E42C-7B84-5A55-16C76678953E}"/>
          </ac:spMkLst>
        </pc:spChg>
      </pc:sldChg>
      <pc:sldChg chg="modSp new mod">
        <pc:chgData name="S, Rajendra Kumar (Contractor)" userId="56d71585-75d4-484c-b8af-e7b48ede83b8" providerId="ADAL" clId="{EC66267B-701E-41A9-98F0-06003D4ABF69}" dt="2025-10-01T07:49:06.961" v="1389"/>
        <pc:sldMkLst>
          <pc:docMk/>
          <pc:sldMk cId="2601940536" sldId="435"/>
        </pc:sldMkLst>
        <pc:spChg chg="mod">
          <ac:chgData name="S, Rajendra Kumar (Contractor)" userId="56d71585-75d4-484c-b8af-e7b48ede83b8" providerId="ADAL" clId="{EC66267B-701E-41A9-98F0-06003D4ABF69}" dt="2025-10-01T07:49:06.961" v="1389"/>
          <ac:spMkLst>
            <pc:docMk/>
            <pc:sldMk cId="2601940536" sldId="435"/>
            <ac:spMk id="2" creationId="{9E65A5D6-9B85-F820-8E7A-197EBE2CA88A}"/>
          </ac:spMkLst>
        </pc:spChg>
        <pc:spChg chg="mod">
          <ac:chgData name="S, Rajendra Kumar (Contractor)" userId="56d71585-75d4-484c-b8af-e7b48ede83b8" providerId="ADAL" clId="{EC66267B-701E-41A9-98F0-06003D4ABF69}" dt="2025-10-01T07:49:06.961" v="1389"/>
          <ac:spMkLst>
            <pc:docMk/>
            <pc:sldMk cId="2601940536" sldId="435"/>
            <ac:spMk id="3" creationId="{BEC964A9-55F9-16BF-F469-A4C56E0CD49A}"/>
          </ac:spMkLst>
        </pc:spChg>
      </pc:sldChg>
      <pc:sldMasterChg chg="modSldLayout">
        <pc:chgData name="S, Rajendra Kumar (Contractor)" userId="56d71585-75d4-484c-b8af-e7b48ede83b8" providerId="ADAL" clId="{EC66267B-701E-41A9-98F0-06003D4ABF69}" dt="2025-10-01T08:27:58.178" v="1395" actId="255"/>
        <pc:sldMasterMkLst>
          <pc:docMk/>
          <pc:sldMasterMk cId="3047423334" sldId="2147483660"/>
        </pc:sldMasterMkLst>
        <pc:sldLayoutChg chg="modSp">
          <pc:chgData name="S, Rajendra Kumar (Contractor)" userId="56d71585-75d4-484c-b8af-e7b48ede83b8" providerId="ADAL" clId="{EC66267B-701E-41A9-98F0-06003D4ABF69}" dt="2025-10-01T08:27:58.178" v="1395" actId="255"/>
          <pc:sldLayoutMkLst>
            <pc:docMk/>
            <pc:sldMasterMk cId="3047423334" sldId="2147483660"/>
            <pc:sldLayoutMk cId="3060942672" sldId="2147483662"/>
          </pc:sldLayoutMkLst>
          <pc:spChg chg="mod">
            <ac:chgData name="S, Rajendra Kumar (Contractor)" userId="56d71585-75d4-484c-b8af-e7b48ede83b8" providerId="ADAL" clId="{EC66267B-701E-41A9-98F0-06003D4ABF69}" dt="2025-10-01T08:27:58.178" v="1395" actId="255"/>
            <ac:spMkLst>
              <pc:docMk/>
              <pc:sldMasterMk cId="3047423334" sldId="2147483660"/>
              <pc:sldLayoutMk cId="3060942672" sldId="2147483662"/>
              <ac:spMk id="3" creationId="{00000000-0000-0000-0000-000000000000}"/>
            </ac:spMkLst>
          </pc:spChg>
        </pc:sldLayoutChg>
      </pc:sldMasterChg>
    </pc:docChg>
  </pc:docChgLst>
  <pc:docChgLst>
    <pc:chgData name="Sunkad, Pallavi N (Cognizant)" userId="S::2449502@cognizant.com::533f5448-e633-4083-8e53-02636a10b043" providerId="AD" clId="Web-{24236753-2928-583B-EFE6-0D2135189C39}"/>
    <pc:docChg chg="modSld">
      <pc:chgData name="Sunkad, Pallavi N (Cognizant)" userId="S::2449502@cognizant.com::533f5448-e633-4083-8e53-02636a10b043" providerId="AD" clId="Web-{24236753-2928-583B-EFE6-0D2135189C39}" dt="2025-10-07T05:12:19.282" v="1" actId="1076"/>
      <pc:docMkLst>
        <pc:docMk/>
      </pc:docMkLst>
      <pc:sldChg chg="modSp">
        <pc:chgData name="Sunkad, Pallavi N (Cognizant)" userId="S::2449502@cognizant.com::533f5448-e633-4083-8e53-02636a10b043" providerId="AD" clId="Web-{24236753-2928-583B-EFE6-0D2135189C39}" dt="2025-10-07T05:06:40.837" v="0" actId="1076"/>
        <pc:sldMkLst>
          <pc:docMk/>
          <pc:sldMk cId="1374366386" sldId="350"/>
        </pc:sldMkLst>
        <pc:picChg chg="mod">
          <ac:chgData name="Sunkad, Pallavi N (Cognizant)" userId="S::2449502@cognizant.com::533f5448-e633-4083-8e53-02636a10b043" providerId="AD" clId="Web-{24236753-2928-583B-EFE6-0D2135189C39}" dt="2025-10-07T05:06:40.837" v="0" actId="1076"/>
          <ac:picMkLst>
            <pc:docMk/>
            <pc:sldMk cId="1374366386" sldId="350"/>
            <ac:picMk id="2054" creationId="{6C2B6717-4554-5808-5409-A43896CFDF60}"/>
          </ac:picMkLst>
        </pc:picChg>
      </pc:sldChg>
      <pc:sldChg chg="modSp">
        <pc:chgData name="Sunkad, Pallavi N (Cognizant)" userId="S::2449502@cognizant.com::533f5448-e633-4083-8e53-02636a10b043" providerId="AD" clId="Web-{24236753-2928-583B-EFE6-0D2135189C39}" dt="2025-10-07T05:12:19.282" v="1" actId="1076"/>
        <pc:sldMkLst>
          <pc:docMk/>
          <pc:sldMk cId="2901164042" sldId="351"/>
        </pc:sldMkLst>
        <pc:picChg chg="mod">
          <ac:chgData name="Sunkad, Pallavi N (Cognizant)" userId="S::2449502@cognizant.com::533f5448-e633-4083-8e53-02636a10b043" providerId="AD" clId="Web-{24236753-2928-583B-EFE6-0D2135189C39}" dt="2025-10-07T05:12:19.282" v="1" actId="1076"/>
          <ac:picMkLst>
            <pc:docMk/>
            <pc:sldMk cId="2901164042" sldId="351"/>
            <ac:picMk id="4" creationId="{39DB4067-0235-5766-A6A5-7067FDB45A9E}"/>
          </ac:picMkLst>
        </pc:picChg>
      </pc:sldChg>
    </pc:docChg>
  </pc:docChgLst>
  <pc:docChgLst>
    <pc:chgData name="Kumar, Ankit (Cognizant)" userId="S::2449528@cognizant.com::c42a4947-c2ed-4b61-98a3-597d20b1dfd8" providerId="AD" clId="Web-{BCB9D8CD-F7D5-EEEE-969A-FBFF162AF4CC}"/>
    <pc:docChg chg="modSld">
      <pc:chgData name="Kumar, Ankit (Cognizant)" userId="S::2449528@cognizant.com::c42a4947-c2ed-4b61-98a3-597d20b1dfd8" providerId="AD" clId="Web-{BCB9D8CD-F7D5-EEEE-969A-FBFF162AF4CC}" dt="2025-10-11T16:29:12.232" v="0" actId="1076"/>
      <pc:docMkLst>
        <pc:docMk/>
      </pc:docMkLst>
      <pc:sldChg chg="modSp">
        <pc:chgData name="Kumar, Ankit (Cognizant)" userId="S::2449528@cognizant.com::c42a4947-c2ed-4b61-98a3-597d20b1dfd8" providerId="AD" clId="Web-{BCB9D8CD-F7D5-EEEE-969A-FBFF162AF4CC}" dt="2025-10-11T16:29:12.232" v="0" actId="1076"/>
        <pc:sldMkLst>
          <pc:docMk/>
          <pc:sldMk cId="2597972250" sldId="285"/>
        </pc:sldMkLst>
        <pc:picChg chg="mod">
          <ac:chgData name="Kumar, Ankit (Cognizant)" userId="S::2449528@cognizant.com::c42a4947-c2ed-4b61-98a3-597d20b1dfd8" providerId="AD" clId="Web-{BCB9D8CD-F7D5-EEEE-969A-FBFF162AF4CC}" dt="2025-10-11T16:29:12.232" v="0" actId="1076"/>
          <ac:picMkLst>
            <pc:docMk/>
            <pc:sldMk cId="2597972250" sldId="285"/>
            <ac:picMk id="3074" creationId="{D1F70FDF-A50C-A679-84E3-FBB38B4BDA6B}"/>
          </ac:picMkLst>
        </pc:picChg>
      </pc:sldChg>
    </pc:docChg>
  </pc:docChgLst>
  <pc:docChgLst>
    <pc:chgData name="I, Roshini (Cognizant)" userId="S::2449510@cognizant.com::9287664c-d37a-4605-b432-84bf94f115b4" providerId="AD" clId="Web-{DA15B6E3-6E5E-3B98-A076-12A607F5A2BC}"/>
    <pc:docChg chg="modSld sldOrd">
      <pc:chgData name="I, Roshini (Cognizant)" userId="S::2449510@cognizant.com::9287664c-d37a-4605-b432-84bf94f115b4" providerId="AD" clId="Web-{DA15B6E3-6E5E-3B98-A076-12A607F5A2BC}" dt="2025-10-10T03:38:53.665" v="2"/>
      <pc:docMkLst>
        <pc:docMk/>
      </pc:docMkLst>
      <pc:sldChg chg="modSp">
        <pc:chgData name="I, Roshini (Cognizant)" userId="S::2449510@cognizant.com::9287664c-d37a-4605-b432-84bf94f115b4" providerId="AD" clId="Web-{DA15B6E3-6E5E-3B98-A076-12A607F5A2BC}" dt="2025-10-10T03:19:19.429" v="0" actId="1076"/>
        <pc:sldMkLst>
          <pc:docMk/>
          <pc:sldMk cId="3573913650" sldId="281"/>
        </pc:sldMkLst>
        <pc:picChg chg="mod">
          <ac:chgData name="I, Roshini (Cognizant)" userId="S::2449510@cognizant.com::9287664c-d37a-4605-b432-84bf94f115b4" providerId="AD" clId="Web-{DA15B6E3-6E5E-3B98-A076-12A607F5A2BC}" dt="2025-10-10T03:19:19.429" v="0" actId="1076"/>
          <ac:picMkLst>
            <pc:docMk/>
            <pc:sldMk cId="3573913650" sldId="281"/>
            <ac:picMk id="1028" creationId="{80DD6A10-0F23-4B93-A01B-E9B6E35C2803}"/>
          </ac:picMkLst>
        </pc:picChg>
      </pc:sldChg>
      <pc:sldChg chg="ord">
        <pc:chgData name="I, Roshini (Cognizant)" userId="S::2449510@cognizant.com::9287664c-d37a-4605-b432-84bf94f115b4" providerId="AD" clId="Web-{DA15B6E3-6E5E-3B98-A076-12A607F5A2BC}" dt="2025-10-10T03:33:01.083" v="1"/>
        <pc:sldMkLst>
          <pc:docMk/>
          <pc:sldMk cId="2988956869" sldId="352"/>
        </pc:sldMkLst>
      </pc:sldChg>
      <pc:sldChg chg="ord">
        <pc:chgData name="I, Roshini (Cognizant)" userId="S::2449510@cognizant.com::9287664c-d37a-4605-b432-84bf94f115b4" providerId="AD" clId="Web-{DA15B6E3-6E5E-3B98-A076-12A607F5A2BC}" dt="2025-10-10T03:38:53.665" v="2"/>
        <pc:sldMkLst>
          <pc:docMk/>
          <pc:sldMk cId="2473032481" sldId="369"/>
        </pc:sldMkLst>
      </pc:sldChg>
    </pc:docChg>
  </pc:docChgLst>
  <pc:docChgLst>
    <pc:chgData name="Panda, Sthiti Pragyan (Cognizant)" userId="S::2449579@cognizant.com::7fe21bbc-1712-4300-8dda-957e44ba130c" providerId="AD" clId="Web-{8E823AD6-5FE7-5CB8-9B22-1FC0E396C6CD}"/>
    <pc:docChg chg="modSld">
      <pc:chgData name="Panda, Sthiti Pragyan (Cognizant)" userId="S::2449579@cognizant.com::7fe21bbc-1712-4300-8dda-957e44ba130c" providerId="AD" clId="Web-{8E823AD6-5FE7-5CB8-9B22-1FC0E396C6CD}" dt="2025-10-01T09:24:51.983" v="14" actId="14100"/>
      <pc:docMkLst>
        <pc:docMk/>
      </pc:docMkLst>
      <pc:sldChg chg="modSp">
        <pc:chgData name="Panda, Sthiti Pragyan (Cognizant)" userId="S::2449579@cognizant.com::7fe21bbc-1712-4300-8dda-957e44ba130c" providerId="AD" clId="Web-{8E823AD6-5FE7-5CB8-9B22-1FC0E396C6CD}" dt="2025-10-01T08:30:53.406" v="5" actId="1076"/>
        <pc:sldMkLst>
          <pc:docMk/>
          <pc:sldMk cId="935843662" sldId="277"/>
        </pc:sldMkLst>
        <pc:spChg chg="mod">
          <ac:chgData name="Panda, Sthiti Pragyan (Cognizant)" userId="S::2449579@cognizant.com::7fe21bbc-1712-4300-8dda-957e44ba130c" providerId="AD" clId="Web-{8E823AD6-5FE7-5CB8-9B22-1FC0E396C6CD}" dt="2025-10-01T08:30:47.609" v="3" actId="1076"/>
          <ac:spMkLst>
            <pc:docMk/>
            <pc:sldMk cId="935843662" sldId="277"/>
            <ac:spMk id="2" creationId="{FB7058D3-5A3D-9A3E-570B-4243F42FF132}"/>
          </ac:spMkLst>
        </pc:spChg>
        <pc:spChg chg="mod">
          <ac:chgData name="Panda, Sthiti Pragyan (Cognizant)" userId="S::2449579@cognizant.com::7fe21bbc-1712-4300-8dda-957e44ba130c" providerId="AD" clId="Web-{8E823AD6-5FE7-5CB8-9B22-1FC0E396C6CD}" dt="2025-10-01T08:30:50.578" v="4" actId="1076"/>
          <ac:spMkLst>
            <pc:docMk/>
            <pc:sldMk cId="935843662" sldId="277"/>
            <ac:spMk id="3" creationId="{5C90E969-BA79-0B18-E6A1-4CC767C37BF2}"/>
          </ac:spMkLst>
        </pc:spChg>
        <pc:picChg chg="mod">
          <ac:chgData name="Panda, Sthiti Pragyan (Cognizant)" userId="S::2449579@cognizant.com::7fe21bbc-1712-4300-8dda-957e44ba130c" providerId="AD" clId="Web-{8E823AD6-5FE7-5CB8-9B22-1FC0E396C6CD}" dt="2025-10-01T08:30:53.406" v="5" actId="1076"/>
          <ac:picMkLst>
            <pc:docMk/>
            <pc:sldMk cId="935843662" sldId="277"/>
            <ac:picMk id="4100" creationId="{789CC8AB-16F6-EAB0-44BF-7A6B16DF8FD9}"/>
          </ac:picMkLst>
        </pc:picChg>
      </pc:sldChg>
      <pc:sldChg chg="modSp">
        <pc:chgData name="Panda, Sthiti Pragyan (Cognizant)" userId="S::2449579@cognizant.com::7fe21bbc-1712-4300-8dda-957e44ba130c" providerId="AD" clId="Web-{8E823AD6-5FE7-5CB8-9B22-1FC0E396C6CD}" dt="2025-10-01T08:30:25.875" v="1" actId="1076"/>
        <pc:sldMkLst>
          <pc:docMk/>
          <pc:sldMk cId="2565005337" sldId="279"/>
        </pc:sldMkLst>
        <pc:picChg chg="mod">
          <ac:chgData name="Panda, Sthiti Pragyan (Cognizant)" userId="S::2449579@cognizant.com::7fe21bbc-1712-4300-8dda-957e44ba130c" providerId="AD" clId="Web-{8E823AD6-5FE7-5CB8-9B22-1FC0E396C6CD}" dt="2025-10-01T08:30:25.875" v="1" actId="1076"/>
          <ac:picMkLst>
            <pc:docMk/>
            <pc:sldMk cId="2565005337" sldId="279"/>
            <ac:picMk id="3074" creationId="{16EB6F46-7C85-558F-5D89-B2BD651A74FA}"/>
          </ac:picMkLst>
        </pc:picChg>
      </pc:sldChg>
      <pc:sldChg chg="modSp">
        <pc:chgData name="Panda, Sthiti Pragyan (Cognizant)" userId="S::2449579@cognizant.com::7fe21bbc-1712-4300-8dda-957e44ba130c" providerId="AD" clId="Web-{8E823AD6-5FE7-5CB8-9B22-1FC0E396C6CD}" dt="2025-10-01T09:24:51.983" v="14" actId="14100"/>
        <pc:sldMkLst>
          <pc:docMk/>
          <pc:sldMk cId="3573913650" sldId="281"/>
        </pc:sldMkLst>
        <pc:spChg chg="mod">
          <ac:chgData name="Panda, Sthiti Pragyan (Cognizant)" userId="S::2449579@cognizant.com::7fe21bbc-1712-4300-8dda-957e44ba130c" providerId="AD" clId="Web-{8E823AD6-5FE7-5CB8-9B22-1FC0E396C6CD}" dt="2025-10-01T09:24:47.155" v="13" actId="1076"/>
          <ac:spMkLst>
            <pc:docMk/>
            <pc:sldMk cId="3573913650" sldId="281"/>
            <ac:spMk id="2" creationId="{D3C24F3A-AE85-CB46-40A3-C6824E3AB70A}"/>
          </ac:spMkLst>
        </pc:spChg>
        <pc:picChg chg="mod">
          <ac:chgData name="Panda, Sthiti Pragyan (Cognizant)" userId="S::2449579@cognizant.com::7fe21bbc-1712-4300-8dda-957e44ba130c" providerId="AD" clId="Web-{8E823AD6-5FE7-5CB8-9B22-1FC0E396C6CD}" dt="2025-10-01T09:24:51.983" v="14" actId="14100"/>
          <ac:picMkLst>
            <pc:docMk/>
            <pc:sldMk cId="3573913650" sldId="281"/>
            <ac:picMk id="1028" creationId="{80DD6A10-0F23-4B93-A01B-E9B6E35C2803}"/>
          </ac:picMkLst>
        </pc:picChg>
      </pc:sldChg>
      <pc:sldChg chg="modSp">
        <pc:chgData name="Panda, Sthiti Pragyan (Cognizant)" userId="S::2449579@cognizant.com::7fe21bbc-1712-4300-8dda-957e44ba130c" providerId="AD" clId="Web-{8E823AD6-5FE7-5CB8-9B22-1FC0E396C6CD}" dt="2025-10-01T08:44:20.486" v="6" actId="1076"/>
        <pc:sldMkLst>
          <pc:docMk/>
          <pc:sldMk cId="3978620489" sldId="428"/>
        </pc:sldMkLst>
        <pc:picChg chg="mod">
          <ac:chgData name="Panda, Sthiti Pragyan (Cognizant)" userId="S::2449579@cognizant.com::7fe21bbc-1712-4300-8dda-957e44ba130c" providerId="AD" clId="Web-{8E823AD6-5FE7-5CB8-9B22-1FC0E396C6CD}" dt="2025-10-01T08:44:20.486" v="6" actId="1076"/>
          <ac:picMkLst>
            <pc:docMk/>
            <pc:sldMk cId="3978620489" sldId="428"/>
            <ac:picMk id="2050" creationId="{5CA5A1B7-37BE-2E68-7AB4-BFBF7091505B}"/>
          </ac:picMkLst>
        </pc:picChg>
      </pc:sldChg>
      <pc:sldChg chg="modSp">
        <pc:chgData name="Panda, Sthiti Pragyan (Cognizant)" userId="S::2449579@cognizant.com::7fe21bbc-1712-4300-8dda-957e44ba130c" providerId="AD" clId="Web-{8E823AD6-5FE7-5CB8-9B22-1FC0E396C6CD}" dt="2025-10-01T08:55:45.809" v="7" actId="1076"/>
        <pc:sldMkLst>
          <pc:docMk/>
          <pc:sldMk cId="782475165" sldId="429"/>
        </pc:sldMkLst>
        <pc:picChg chg="mod">
          <ac:chgData name="Panda, Sthiti Pragyan (Cognizant)" userId="S::2449579@cognizant.com::7fe21bbc-1712-4300-8dda-957e44ba130c" providerId="AD" clId="Web-{8E823AD6-5FE7-5CB8-9B22-1FC0E396C6CD}" dt="2025-10-01T08:55:45.809" v="7" actId="1076"/>
          <ac:picMkLst>
            <pc:docMk/>
            <pc:sldMk cId="782475165" sldId="429"/>
            <ac:picMk id="3074" creationId="{DC1F5144-3C45-5950-79FB-2DBD3E3F60C0}"/>
          </ac:picMkLst>
        </pc:picChg>
      </pc:sldChg>
    </pc:docChg>
  </pc:docChgLst>
  <pc:docChgLst>
    <pc:chgData name="Patil, Rutuja Popat (Cognizant)" userId="120d1020-f53a-4663-a03c-a2e9827d264f" providerId="ADAL" clId="{1BA41378-E76F-437E-8F06-8F4259134F00}"/>
    <pc:docChg chg="custSel modSld">
      <pc:chgData name="Patil, Rutuja Popat (Cognizant)" userId="120d1020-f53a-4663-a03c-a2e9827d264f" providerId="ADAL" clId="{1BA41378-E76F-437E-8F06-8F4259134F00}" dt="2025-10-05T17:08:38.375" v="14" actId="14100"/>
      <pc:docMkLst>
        <pc:docMk/>
      </pc:docMkLst>
      <pc:sldChg chg="modSp mod">
        <pc:chgData name="Patil, Rutuja Popat (Cognizant)" userId="120d1020-f53a-4663-a03c-a2e9827d264f" providerId="ADAL" clId="{1BA41378-E76F-437E-8F06-8F4259134F00}" dt="2025-10-05T16:56:40.331" v="11" actId="27636"/>
        <pc:sldMkLst>
          <pc:docMk/>
          <pc:sldMk cId="3517070001" sldId="329"/>
        </pc:sldMkLst>
        <pc:spChg chg="mod">
          <ac:chgData name="Patil, Rutuja Popat (Cognizant)" userId="120d1020-f53a-4663-a03c-a2e9827d264f" providerId="ADAL" clId="{1BA41378-E76F-437E-8F06-8F4259134F00}" dt="2025-10-05T16:56:40.331" v="11" actId="27636"/>
          <ac:spMkLst>
            <pc:docMk/>
            <pc:sldMk cId="3517070001" sldId="329"/>
            <ac:spMk id="2" creationId="{41147CA1-66DE-3E17-3D77-8F4C97E8630F}"/>
          </ac:spMkLst>
        </pc:spChg>
      </pc:sldChg>
      <pc:sldChg chg="modSp mod">
        <pc:chgData name="Patil, Rutuja Popat (Cognizant)" userId="120d1020-f53a-4663-a03c-a2e9827d264f" providerId="ADAL" clId="{1BA41378-E76F-437E-8F06-8F4259134F00}" dt="2025-10-05T17:08:38.375" v="14" actId="14100"/>
        <pc:sldMkLst>
          <pc:docMk/>
          <pc:sldMk cId="1108108099" sldId="338"/>
        </pc:sldMkLst>
        <pc:spChg chg="mod">
          <ac:chgData name="Patil, Rutuja Popat (Cognizant)" userId="120d1020-f53a-4663-a03c-a2e9827d264f" providerId="ADAL" clId="{1BA41378-E76F-437E-8F06-8F4259134F00}" dt="2025-10-05T17:08:38.375" v="14" actId="14100"/>
          <ac:spMkLst>
            <pc:docMk/>
            <pc:sldMk cId="1108108099" sldId="338"/>
            <ac:spMk id="3" creationId="{A05BB45B-23BC-3EC2-D7C4-036B0FF4A0BF}"/>
          </ac:spMkLst>
        </pc:spChg>
      </pc:sldChg>
    </pc:docChg>
  </pc:docChgLst>
  <pc:docChgLst>
    <pc:chgData name="Lahari, Raparthi (Cognizant)" userId="70fedf64-a9af-4300-984c-215302b8b63c" providerId="ADAL" clId="{18FFF53D-18B3-4C12-AE1E-C6CF521EA272}"/>
    <pc:docChg chg="addSld modSld sldOrd">
      <pc:chgData name="Lahari, Raparthi (Cognizant)" userId="70fedf64-a9af-4300-984c-215302b8b63c" providerId="ADAL" clId="{18FFF53D-18B3-4C12-AE1E-C6CF521EA272}" dt="2025-10-11T05:25:26.692" v="68"/>
      <pc:docMkLst>
        <pc:docMk/>
      </pc:docMkLst>
      <pc:sldChg chg="ord">
        <pc:chgData name="Lahari, Raparthi (Cognizant)" userId="70fedf64-a9af-4300-984c-215302b8b63c" providerId="ADAL" clId="{18FFF53D-18B3-4C12-AE1E-C6CF521EA272}" dt="2025-10-10T03:25:43.825" v="23"/>
        <pc:sldMkLst>
          <pc:docMk/>
          <pc:sldMk cId="384213000" sldId="258"/>
        </pc:sldMkLst>
      </pc:sldChg>
      <pc:sldChg chg="ord">
        <pc:chgData name="Lahari, Raparthi (Cognizant)" userId="70fedf64-a9af-4300-984c-215302b8b63c" providerId="ADAL" clId="{18FFF53D-18B3-4C12-AE1E-C6CF521EA272}" dt="2025-10-10T03:28:12.950" v="25"/>
        <pc:sldMkLst>
          <pc:docMk/>
          <pc:sldMk cId="3384100176" sldId="265"/>
        </pc:sldMkLst>
      </pc:sldChg>
      <pc:sldChg chg="modSp mod">
        <pc:chgData name="Lahari, Raparthi (Cognizant)" userId="70fedf64-a9af-4300-984c-215302b8b63c" providerId="ADAL" clId="{18FFF53D-18B3-4C12-AE1E-C6CF521EA272}" dt="2025-10-06T15:50:19.529" v="16" actId="14100"/>
        <pc:sldMkLst>
          <pc:docMk/>
          <pc:sldMk cId="2620894133" sldId="267"/>
        </pc:sldMkLst>
        <pc:spChg chg="mod">
          <ac:chgData name="Lahari, Raparthi (Cognizant)" userId="70fedf64-a9af-4300-984c-215302b8b63c" providerId="ADAL" clId="{18FFF53D-18B3-4C12-AE1E-C6CF521EA272}" dt="2025-10-06T15:50:19.529" v="16" actId="14100"/>
          <ac:spMkLst>
            <pc:docMk/>
            <pc:sldMk cId="2620894133" sldId="267"/>
            <ac:spMk id="4" creationId="{CC7382A5-14A6-33E1-96B2-DCDAC3988EFE}"/>
          </ac:spMkLst>
        </pc:spChg>
      </pc:sldChg>
      <pc:sldChg chg="modSp mod">
        <pc:chgData name="Lahari, Raparthi (Cognizant)" userId="70fedf64-a9af-4300-984c-215302b8b63c" providerId="ADAL" clId="{18FFF53D-18B3-4C12-AE1E-C6CF521EA272}" dt="2025-10-10T03:40:51.323" v="57" actId="14100"/>
        <pc:sldMkLst>
          <pc:docMk/>
          <pc:sldMk cId="651455169" sldId="276"/>
        </pc:sldMkLst>
        <pc:spChg chg="mod">
          <ac:chgData name="Lahari, Raparthi (Cognizant)" userId="70fedf64-a9af-4300-984c-215302b8b63c" providerId="ADAL" clId="{18FFF53D-18B3-4C12-AE1E-C6CF521EA272}" dt="2025-10-10T03:40:51.323" v="57" actId="14100"/>
          <ac:spMkLst>
            <pc:docMk/>
            <pc:sldMk cId="651455169" sldId="276"/>
            <ac:spMk id="3" creationId="{8BDDEAE0-764F-D6DE-51EF-EC58BFF9CDAA}"/>
          </ac:spMkLst>
        </pc:spChg>
      </pc:sldChg>
      <pc:sldChg chg="modSp mod">
        <pc:chgData name="Lahari, Raparthi (Cognizant)" userId="70fedf64-a9af-4300-984c-215302b8b63c" providerId="ADAL" clId="{18FFF53D-18B3-4C12-AE1E-C6CF521EA272}" dt="2025-10-10T03:42:21.565" v="61" actId="20577"/>
        <pc:sldMkLst>
          <pc:docMk/>
          <pc:sldMk cId="935843662" sldId="277"/>
        </pc:sldMkLst>
        <pc:spChg chg="mod">
          <ac:chgData name="Lahari, Raparthi (Cognizant)" userId="70fedf64-a9af-4300-984c-215302b8b63c" providerId="ADAL" clId="{18FFF53D-18B3-4C12-AE1E-C6CF521EA272}" dt="2025-10-10T03:42:21.565" v="61" actId="20577"/>
          <ac:spMkLst>
            <pc:docMk/>
            <pc:sldMk cId="935843662" sldId="277"/>
            <ac:spMk id="3" creationId="{5C90E969-BA79-0B18-E6A1-4CC767C37BF2}"/>
          </ac:spMkLst>
        </pc:spChg>
      </pc:sldChg>
      <pc:sldChg chg="ord">
        <pc:chgData name="Lahari, Raparthi (Cognizant)" userId="70fedf64-a9af-4300-984c-215302b8b63c" providerId="ADAL" clId="{18FFF53D-18B3-4C12-AE1E-C6CF521EA272}" dt="2025-10-11T05:13:50.211" v="66"/>
        <pc:sldMkLst>
          <pc:docMk/>
          <pc:sldMk cId="2277169922" sldId="282"/>
        </pc:sldMkLst>
      </pc:sldChg>
      <pc:sldChg chg="modSp mod">
        <pc:chgData name="Lahari, Raparthi (Cognizant)" userId="70fedf64-a9af-4300-984c-215302b8b63c" providerId="ADAL" clId="{18FFF53D-18B3-4C12-AE1E-C6CF521EA272}" dt="2025-10-07T09:54:28.832" v="20" actId="1076"/>
        <pc:sldMkLst>
          <pc:docMk/>
          <pc:sldMk cId="3689979119" sldId="319"/>
        </pc:sldMkLst>
        <pc:picChg chg="mod">
          <ac:chgData name="Lahari, Raparthi (Cognizant)" userId="70fedf64-a9af-4300-984c-215302b8b63c" providerId="ADAL" clId="{18FFF53D-18B3-4C12-AE1E-C6CF521EA272}" dt="2025-10-07T09:54:28.832" v="20" actId="1076"/>
          <ac:picMkLst>
            <pc:docMk/>
            <pc:sldMk cId="3689979119" sldId="319"/>
            <ac:picMk id="4" creationId="{840C0E57-9C64-0FC5-0D4A-90F6215FEF32}"/>
          </ac:picMkLst>
        </pc:picChg>
      </pc:sldChg>
      <pc:sldChg chg="ord">
        <pc:chgData name="Lahari, Raparthi (Cognizant)" userId="70fedf64-a9af-4300-984c-215302b8b63c" providerId="ADAL" clId="{18FFF53D-18B3-4C12-AE1E-C6CF521EA272}" dt="2025-10-11T05:25:26.692" v="68"/>
        <pc:sldMkLst>
          <pc:docMk/>
          <pc:sldMk cId="2542781130" sldId="328"/>
        </pc:sldMkLst>
      </pc:sldChg>
      <pc:sldChg chg="modSp mod">
        <pc:chgData name="Lahari, Raparthi (Cognizant)" userId="70fedf64-a9af-4300-984c-215302b8b63c" providerId="ADAL" clId="{18FFF53D-18B3-4C12-AE1E-C6CF521EA272}" dt="2025-10-07T12:10:18.342" v="21" actId="20577"/>
        <pc:sldMkLst>
          <pc:docMk/>
          <pc:sldMk cId="3517070001" sldId="329"/>
        </pc:sldMkLst>
        <pc:spChg chg="mod">
          <ac:chgData name="Lahari, Raparthi (Cognizant)" userId="70fedf64-a9af-4300-984c-215302b8b63c" providerId="ADAL" clId="{18FFF53D-18B3-4C12-AE1E-C6CF521EA272}" dt="2025-10-07T12:10:18.342" v="21" actId="20577"/>
          <ac:spMkLst>
            <pc:docMk/>
            <pc:sldMk cId="3517070001" sldId="329"/>
            <ac:spMk id="2" creationId="{41147CA1-66DE-3E17-3D77-8F4C97E8630F}"/>
          </ac:spMkLst>
        </pc:spChg>
      </pc:sldChg>
      <pc:sldChg chg="modSp mod">
        <pc:chgData name="Lahari, Raparthi (Cognizant)" userId="70fedf64-a9af-4300-984c-215302b8b63c" providerId="ADAL" clId="{18FFF53D-18B3-4C12-AE1E-C6CF521EA272}" dt="2025-10-10T03:44:23.620" v="62" actId="20577"/>
        <pc:sldMkLst>
          <pc:docMk/>
          <pc:sldMk cId="3978620489" sldId="428"/>
        </pc:sldMkLst>
        <pc:spChg chg="mod">
          <ac:chgData name="Lahari, Raparthi (Cognizant)" userId="70fedf64-a9af-4300-984c-215302b8b63c" providerId="ADAL" clId="{18FFF53D-18B3-4C12-AE1E-C6CF521EA272}" dt="2025-10-10T03:44:23.620" v="62" actId="20577"/>
          <ac:spMkLst>
            <pc:docMk/>
            <pc:sldMk cId="3978620489" sldId="428"/>
            <ac:spMk id="3" creationId="{0E3AD7D3-FB80-F893-B55B-E3ECB212CDAC}"/>
          </ac:spMkLst>
        </pc:spChg>
      </pc:sldChg>
      <pc:sldChg chg="modSp mod">
        <pc:chgData name="Lahari, Raparthi (Cognizant)" userId="70fedf64-a9af-4300-984c-215302b8b63c" providerId="ADAL" clId="{18FFF53D-18B3-4C12-AE1E-C6CF521EA272}" dt="2025-10-10T03:45:15.225" v="63" actId="20577"/>
        <pc:sldMkLst>
          <pc:docMk/>
          <pc:sldMk cId="782475165" sldId="429"/>
        </pc:sldMkLst>
        <pc:spChg chg="mod">
          <ac:chgData name="Lahari, Raparthi (Cognizant)" userId="70fedf64-a9af-4300-984c-215302b8b63c" providerId="ADAL" clId="{18FFF53D-18B3-4C12-AE1E-C6CF521EA272}" dt="2025-10-10T03:45:15.225" v="63" actId="20577"/>
          <ac:spMkLst>
            <pc:docMk/>
            <pc:sldMk cId="782475165" sldId="429"/>
            <ac:spMk id="3" creationId="{4D4DD012-01BD-9D97-1B25-9D295866EA0C}"/>
          </ac:spMkLst>
        </pc:spChg>
        <pc:picChg chg="mod">
          <ac:chgData name="Lahari, Raparthi (Cognizant)" userId="70fedf64-a9af-4300-984c-215302b8b63c" providerId="ADAL" clId="{18FFF53D-18B3-4C12-AE1E-C6CF521EA272}" dt="2025-10-07T04:02:57.133" v="17" actId="1076"/>
          <ac:picMkLst>
            <pc:docMk/>
            <pc:sldMk cId="782475165" sldId="429"/>
            <ac:picMk id="3074" creationId="{DC1F5144-3C45-5950-79FB-2DBD3E3F60C0}"/>
          </ac:picMkLst>
        </pc:picChg>
      </pc:sldChg>
      <pc:sldChg chg="new">
        <pc:chgData name="Lahari, Raparthi (Cognizant)" userId="70fedf64-a9af-4300-984c-215302b8b63c" providerId="ADAL" clId="{18FFF53D-18B3-4C12-AE1E-C6CF521EA272}" dt="2025-10-10T05:56:36.857" v="64" actId="680"/>
        <pc:sldMkLst>
          <pc:docMk/>
          <pc:sldMk cId="912940510" sldId="437"/>
        </pc:sldMkLst>
      </pc:sldChg>
    </pc:docChg>
  </pc:docChgLst>
  <pc:docChgLst>
    <pc:chgData name="Sirivalli, Kadali (Cognizant)" userId="S::2449596@cognizant.com::74fcc221-8485-4b79-b7fa-cb51db37062e" providerId="AD" clId="Web-{F02371B0-FE1E-CC8B-069E-F3B28EF1C420}"/>
    <pc:docChg chg="sldOrd">
      <pc:chgData name="Sirivalli, Kadali (Cognizant)" userId="S::2449596@cognizant.com::74fcc221-8485-4b79-b7fa-cb51db37062e" providerId="AD" clId="Web-{F02371B0-FE1E-CC8B-069E-F3B28EF1C420}" dt="2025-10-07T16:44:03.144" v="0"/>
      <pc:docMkLst>
        <pc:docMk/>
      </pc:docMkLst>
      <pc:sldChg chg="ord">
        <pc:chgData name="Sirivalli, Kadali (Cognizant)" userId="S::2449596@cognizant.com::74fcc221-8485-4b79-b7fa-cb51db37062e" providerId="AD" clId="Web-{F02371B0-FE1E-CC8B-069E-F3B28EF1C420}" dt="2025-10-07T16:44:03.144" v="0"/>
        <pc:sldMkLst>
          <pc:docMk/>
          <pc:sldMk cId="2565005337" sldId="279"/>
        </pc:sldMkLst>
      </pc:sldChg>
    </pc:docChg>
  </pc:docChgLst>
  <pc:docChgLst>
    <pc:chgData name="Saha, Anushka (Cognizant)" userId="S::2449612@cognizant.com::55977354-ff23-4413-84ac-bc003bfd69d0" providerId="AD" clId="Web-{36B68FD7-4DC4-73CC-9410-53D02ADA2B95}"/>
    <pc:docChg chg="modSld">
      <pc:chgData name="Saha, Anushka (Cognizant)" userId="S::2449612@cognizant.com::55977354-ff23-4413-84ac-bc003bfd69d0" providerId="AD" clId="Web-{36B68FD7-4DC4-73CC-9410-53D02ADA2B95}" dt="2025-10-06T12:14:12.354" v="9" actId="1076"/>
      <pc:docMkLst>
        <pc:docMk/>
      </pc:docMkLst>
      <pc:sldChg chg="modSp">
        <pc:chgData name="Saha, Anushka (Cognizant)" userId="S::2449612@cognizant.com::55977354-ff23-4413-84ac-bc003bfd69d0" providerId="AD" clId="Web-{36B68FD7-4DC4-73CC-9410-53D02ADA2B95}" dt="2025-10-06T04:08:52.825" v="4" actId="20577"/>
        <pc:sldMkLst>
          <pc:docMk/>
          <pc:sldMk cId="3573913650" sldId="281"/>
        </pc:sldMkLst>
        <pc:spChg chg="mod">
          <ac:chgData name="Saha, Anushka (Cognizant)" userId="S::2449612@cognizant.com::55977354-ff23-4413-84ac-bc003bfd69d0" providerId="AD" clId="Web-{36B68FD7-4DC4-73CC-9410-53D02ADA2B95}" dt="2025-10-06T04:08:52.825" v="4" actId="20577"/>
          <ac:spMkLst>
            <pc:docMk/>
            <pc:sldMk cId="3573913650" sldId="281"/>
            <ac:spMk id="2" creationId="{D3C24F3A-AE85-CB46-40A3-C6824E3AB70A}"/>
          </ac:spMkLst>
        </pc:spChg>
      </pc:sldChg>
      <pc:sldChg chg="modSp">
        <pc:chgData name="Saha, Anushka (Cognizant)" userId="S::2449612@cognizant.com::55977354-ff23-4413-84ac-bc003bfd69d0" providerId="AD" clId="Web-{36B68FD7-4DC4-73CC-9410-53D02ADA2B95}" dt="2025-10-06T04:20:33.043" v="5" actId="1076"/>
        <pc:sldMkLst>
          <pc:docMk/>
          <pc:sldMk cId="3275946113" sldId="293"/>
        </pc:sldMkLst>
        <pc:picChg chg="mod">
          <ac:chgData name="Saha, Anushka (Cognizant)" userId="S::2449612@cognizant.com::55977354-ff23-4413-84ac-bc003bfd69d0" providerId="AD" clId="Web-{36B68FD7-4DC4-73CC-9410-53D02ADA2B95}" dt="2025-10-06T04:20:33.043" v="5" actId="1076"/>
          <ac:picMkLst>
            <pc:docMk/>
            <pc:sldMk cId="3275946113" sldId="293"/>
            <ac:picMk id="9218" creationId="{83AF9C14-BA8E-0F69-77F7-A1A782D075C0}"/>
          </ac:picMkLst>
        </pc:picChg>
      </pc:sldChg>
      <pc:sldChg chg="modSp">
        <pc:chgData name="Saha, Anushka (Cognizant)" userId="S::2449612@cognizant.com::55977354-ff23-4413-84ac-bc003bfd69d0" providerId="AD" clId="Web-{36B68FD7-4DC4-73CC-9410-53D02ADA2B95}" dt="2025-10-06T11:53:01.158" v="6" actId="1076"/>
        <pc:sldMkLst>
          <pc:docMk/>
          <pc:sldMk cId="458369047" sldId="324"/>
        </pc:sldMkLst>
        <pc:picChg chg="mod">
          <ac:chgData name="Saha, Anushka (Cognizant)" userId="S::2449612@cognizant.com::55977354-ff23-4413-84ac-bc003bfd69d0" providerId="AD" clId="Web-{36B68FD7-4DC4-73CC-9410-53D02ADA2B95}" dt="2025-10-06T11:53:01.158" v="6" actId="1076"/>
          <ac:picMkLst>
            <pc:docMk/>
            <pc:sldMk cId="458369047" sldId="324"/>
            <ac:picMk id="4" creationId="{C3BBF8C7-514D-DF78-E56B-A636B110037C}"/>
          </ac:picMkLst>
        </pc:picChg>
      </pc:sldChg>
      <pc:sldChg chg="modSp">
        <pc:chgData name="Saha, Anushka (Cognizant)" userId="S::2449612@cognizant.com::55977354-ff23-4413-84ac-bc003bfd69d0" providerId="AD" clId="Web-{36B68FD7-4DC4-73CC-9410-53D02ADA2B95}" dt="2025-10-06T11:58:22.917" v="7" actId="1076"/>
        <pc:sldMkLst>
          <pc:docMk/>
          <pc:sldMk cId="2542781130" sldId="328"/>
        </pc:sldMkLst>
        <pc:picChg chg="mod">
          <ac:chgData name="Saha, Anushka (Cognizant)" userId="S::2449612@cognizant.com::55977354-ff23-4413-84ac-bc003bfd69d0" providerId="AD" clId="Web-{36B68FD7-4DC4-73CC-9410-53D02ADA2B95}" dt="2025-10-06T11:58:22.917" v="7" actId="1076"/>
          <ac:picMkLst>
            <pc:docMk/>
            <pc:sldMk cId="2542781130" sldId="328"/>
            <ac:picMk id="4" creationId="{73A4629A-43C3-8D38-D208-2ED0E2147921}"/>
          </ac:picMkLst>
        </pc:picChg>
      </pc:sldChg>
      <pc:sldChg chg="modSp">
        <pc:chgData name="Saha, Anushka (Cognizant)" userId="S::2449612@cognizant.com::55977354-ff23-4413-84ac-bc003bfd69d0" providerId="AD" clId="Web-{36B68FD7-4DC4-73CC-9410-53D02ADA2B95}" dt="2025-10-06T12:11:44.098" v="8" actId="1076"/>
        <pc:sldMkLst>
          <pc:docMk/>
          <pc:sldMk cId="3745195282" sldId="333"/>
        </pc:sldMkLst>
        <pc:picChg chg="mod">
          <ac:chgData name="Saha, Anushka (Cognizant)" userId="S::2449612@cognizant.com::55977354-ff23-4413-84ac-bc003bfd69d0" providerId="AD" clId="Web-{36B68FD7-4DC4-73CC-9410-53D02ADA2B95}" dt="2025-10-06T12:11:44.098" v="8" actId="1076"/>
          <ac:picMkLst>
            <pc:docMk/>
            <pc:sldMk cId="3745195282" sldId="333"/>
            <ac:picMk id="4" creationId="{FDB04ACA-0F10-7040-AE6F-A452E2069BB1}"/>
          </ac:picMkLst>
        </pc:picChg>
      </pc:sldChg>
      <pc:sldChg chg="modSp">
        <pc:chgData name="Saha, Anushka (Cognizant)" userId="S::2449612@cognizant.com::55977354-ff23-4413-84ac-bc003bfd69d0" providerId="AD" clId="Web-{36B68FD7-4DC4-73CC-9410-53D02ADA2B95}" dt="2025-10-06T12:14:12.354" v="9" actId="1076"/>
        <pc:sldMkLst>
          <pc:docMk/>
          <pc:sldMk cId="676594398" sldId="337"/>
        </pc:sldMkLst>
        <pc:picChg chg="mod">
          <ac:chgData name="Saha, Anushka (Cognizant)" userId="S::2449612@cognizant.com::55977354-ff23-4413-84ac-bc003bfd69d0" providerId="AD" clId="Web-{36B68FD7-4DC4-73CC-9410-53D02ADA2B95}" dt="2025-10-06T12:14:12.354" v="9" actId="1076"/>
          <ac:picMkLst>
            <pc:docMk/>
            <pc:sldMk cId="676594398" sldId="337"/>
            <ac:picMk id="4" creationId="{73EC477D-CACD-2A4B-AE18-D3E7ACF61D8C}"/>
          </ac:picMkLst>
        </pc:picChg>
      </pc:sldChg>
      <pc:sldChg chg="modSp">
        <pc:chgData name="Saha, Anushka (Cognizant)" userId="S::2449612@cognizant.com::55977354-ff23-4413-84ac-bc003bfd69d0" providerId="AD" clId="Web-{36B68FD7-4DC4-73CC-9410-53D02ADA2B95}" dt="2025-10-06T03:58:01.457" v="1" actId="20577"/>
        <pc:sldMkLst>
          <pc:docMk/>
          <pc:sldMk cId="3978620489" sldId="428"/>
        </pc:sldMkLst>
        <pc:spChg chg="mod">
          <ac:chgData name="Saha, Anushka (Cognizant)" userId="S::2449612@cognizant.com::55977354-ff23-4413-84ac-bc003bfd69d0" providerId="AD" clId="Web-{36B68FD7-4DC4-73CC-9410-53D02ADA2B95}" dt="2025-10-06T03:58:01.457" v="1" actId="20577"/>
          <ac:spMkLst>
            <pc:docMk/>
            <pc:sldMk cId="3978620489" sldId="428"/>
            <ac:spMk id="3" creationId="{0E3AD7D3-FB80-F893-B55B-E3ECB212CDAC}"/>
          </ac:spMkLst>
        </pc:spChg>
      </pc:sldChg>
    </pc:docChg>
  </pc:docChgLst>
  <pc:docChgLst>
    <pc:chgData name="Sahoo, Subham Ranjan (Cognizant)" userId="S::2449734@cognizant.com::70beac07-ef8f-4955-86a5-602647d81b28" providerId="AD" clId="Web-{64A9C352-9BD0-03BA-0D88-4A23AD1CF8BC}"/>
    <pc:docChg chg="addSld">
      <pc:chgData name="Sahoo, Subham Ranjan (Cognizant)" userId="S::2449734@cognizant.com::70beac07-ef8f-4955-86a5-602647d81b28" providerId="AD" clId="Web-{64A9C352-9BD0-03BA-0D88-4A23AD1CF8BC}" dt="2025-10-08T03:32:52.628" v="0"/>
      <pc:docMkLst>
        <pc:docMk/>
      </pc:docMkLst>
      <pc:sldChg chg="new">
        <pc:chgData name="Sahoo, Subham Ranjan (Cognizant)" userId="S::2449734@cognizant.com::70beac07-ef8f-4955-86a5-602647d81b28" providerId="AD" clId="Web-{64A9C352-9BD0-03BA-0D88-4A23AD1CF8BC}" dt="2025-10-08T03:32:52.628" v="0"/>
        <pc:sldMkLst>
          <pc:docMk/>
          <pc:sldMk cId="3438569344" sldId="436"/>
        </pc:sldMkLst>
      </pc:sldChg>
    </pc:docChg>
  </pc:docChgLst>
  <pc:docChgLst>
    <pc:chgData name="C, Prithick (Cognizant)" userId="S::2449640@cognizant.com::9b6b93d9-3bd8-4f17-b701-43103850163c" providerId="AD" clId="Web-{4D8F92EC-71F3-B19F-C8D0-606D355CF2A3}"/>
    <pc:docChg chg="sldOrd">
      <pc:chgData name="C, Prithick (Cognizant)" userId="S::2449640@cognizant.com::9b6b93d9-3bd8-4f17-b701-43103850163c" providerId="AD" clId="Web-{4D8F92EC-71F3-B19F-C8D0-606D355CF2A3}" dt="2025-10-12T13:56:04.952" v="1"/>
      <pc:docMkLst>
        <pc:docMk/>
      </pc:docMkLst>
      <pc:sldChg chg="ord">
        <pc:chgData name="C, Prithick (Cognizant)" userId="S::2449640@cognizant.com::9b6b93d9-3bd8-4f17-b701-43103850163c" providerId="AD" clId="Web-{4D8F92EC-71F3-B19F-C8D0-606D355CF2A3}" dt="2025-10-12T13:56:04.952" v="1"/>
        <pc:sldMkLst>
          <pc:docMk/>
          <pc:sldMk cId="3630448398" sldId="363"/>
        </pc:sldMkLst>
      </pc:sldChg>
      <pc:sldChg chg="ord">
        <pc:chgData name="C, Prithick (Cognizant)" userId="S::2449640@cognizant.com::9b6b93d9-3bd8-4f17-b701-43103850163c" providerId="AD" clId="Web-{4D8F92EC-71F3-B19F-C8D0-606D355CF2A3}" dt="2025-10-12T13:55:15.842" v="0"/>
        <pc:sldMkLst>
          <pc:docMk/>
          <pc:sldMk cId="3873463615" sldId="423"/>
        </pc:sldMkLst>
      </pc:sldChg>
    </pc:docChg>
  </pc:docChgLst>
  <pc:docChgLst>
    <pc:chgData name="Panda, Sthiti Pragyan (Cognizant)" userId="S::2449579@cognizant.com::7fe21bbc-1712-4300-8dda-957e44ba130c" providerId="AD" clId="Web-{D806AD82-1A3B-644C-3B4B-FE3628B8E420}"/>
    <pc:docChg chg="modSld">
      <pc:chgData name="Panda, Sthiti Pragyan (Cognizant)" userId="S::2449579@cognizant.com::7fe21bbc-1712-4300-8dda-957e44ba130c" providerId="AD" clId="Web-{D806AD82-1A3B-644C-3B4B-FE3628B8E420}" dt="2025-10-03T03:58:37.046" v="2" actId="14100"/>
      <pc:docMkLst>
        <pc:docMk/>
      </pc:docMkLst>
    </pc:docChg>
  </pc:docChgLst>
  <pc:docChgLst>
    <pc:chgData name="Kumar, Koushal (Cognizant)" userId="a2d92ea6-faec-4d56-aa17-1b872a46864f" providerId="ADAL" clId="{63433702-9734-4529-85D0-009E4C2C3216}"/>
    <pc:docChg chg="modSld">
      <pc:chgData name="Kumar, Koushal (Cognizant)" userId="a2d92ea6-faec-4d56-aa17-1b872a46864f" providerId="ADAL" clId="{63433702-9734-4529-85D0-009E4C2C3216}" dt="2025-10-09T16:23:29.874" v="1" actId="14100"/>
      <pc:docMkLst>
        <pc:docMk/>
      </pc:docMkLst>
      <pc:sldChg chg="modSp mod">
        <pc:chgData name="Kumar, Koushal (Cognizant)" userId="a2d92ea6-faec-4d56-aa17-1b872a46864f" providerId="ADAL" clId="{63433702-9734-4529-85D0-009E4C2C3216}" dt="2025-10-09T16:23:29.874" v="1" actId="14100"/>
        <pc:sldMkLst>
          <pc:docMk/>
          <pc:sldMk cId="3759948895" sldId="336"/>
        </pc:sldMkLst>
        <pc:picChg chg="mod">
          <ac:chgData name="Kumar, Koushal (Cognizant)" userId="a2d92ea6-faec-4d56-aa17-1b872a46864f" providerId="ADAL" clId="{63433702-9734-4529-85D0-009E4C2C3216}" dt="2025-10-09T16:23:29.874" v="1" actId="14100"/>
          <ac:picMkLst>
            <pc:docMk/>
            <pc:sldMk cId="3759948895" sldId="336"/>
            <ac:picMk id="4" creationId="{44C8E458-7951-9D52-5B0D-3226217E27A5}"/>
          </ac:picMkLst>
        </pc:picChg>
      </pc:sldChg>
    </pc:docChg>
  </pc:docChgLst>
  <pc:docChgLst>
    <pc:chgData name="Dharani Tripura, Bondada Veera Venkata (Cognizant)" userId="S::2449599@cognizant.com::54ae252e-9820-4a9c-96e5-6c94e5507563" providerId="AD" clId="Web-{12565ECF-82B6-D53B-FF2A-B273D67124D6}"/>
    <pc:docChg chg="delSld">
      <pc:chgData name="Dharani Tripura, Bondada Veera Venkata (Cognizant)" userId="S::2449599@cognizant.com::54ae252e-9820-4a9c-96e5-6c94e5507563" providerId="AD" clId="Web-{12565ECF-82B6-D53B-FF2A-B273D67124D6}" dt="2025-10-11T17:02:37.495" v="0"/>
      <pc:docMkLst>
        <pc:docMk/>
      </pc:docMkLst>
    </pc:docChg>
  </pc:docChgLst>
  <pc:docChgLst>
    <pc:chgData name="Dharani Tripura, Bondada Veera Venkata (Cognizant)" userId="S::2449599@cognizant.com::54ae252e-9820-4a9c-96e5-6c94e5507563" providerId="AD" clId="Web-{15DB2960-3309-B223-E82D-6256E3C2945E}"/>
    <pc:docChg chg="modSld">
      <pc:chgData name="Dharani Tripura, Bondada Veera Venkata (Cognizant)" userId="S::2449599@cognizant.com::54ae252e-9820-4a9c-96e5-6c94e5507563" providerId="AD" clId="Web-{15DB2960-3309-B223-E82D-6256E3C2945E}" dt="2025-10-11T12:33:00.168" v="215" actId="20577"/>
      <pc:docMkLst>
        <pc:docMk/>
      </pc:docMkLst>
      <pc:sldChg chg="modSp">
        <pc:chgData name="Dharani Tripura, Bondada Veera Venkata (Cognizant)" userId="S::2449599@cognizant.com::54ae252e-9820-4a9c-96e5-6c94e5507563" providerId="AD" clId="Web-{15DB2960-3309-B223-E82D-6256E3C2945E}" dt="2025-10-11T10:53:57.480" v="195" actId="20577"/>
        <pc:sldMkLst>
          <pc:docMk/>
          <pc:sldMk cId="2393510650" sldId="270"/>
        </pc:sldMkLst>
        <pc:spChg chg="mod">
          <ac:chgData name="Dharani Tripura, Bondada Veera Venkata (Cognizant)" userId="S::2449599@cognizant.com::54ae252e-9820-4a9c-96e5-6c94e5507563" providerId="AD" clId="Web-{15DB2960-3309-B223-E82D-6256E3C2945E}" dt="2025-10-11T10:53:57.480" v="195" actId="20577"/>
          <ac:spMkLst>
            <pc:docMk/>
            <pc:sldMk cId="2393510650" sldId="270"/>
            <ac:spMk id="3" creationId="{21A72E05-43D6-D4D0-5BEB-CBEB22CAC0C2}"/>
          </ac:spMkLst>
        </pc:spChg>
      </pc:sldChg>
      <pc:sldChg chg="modSp">
        <pc:chgData name="Dharani Tripura, Bondada Veera Venkata (Cognizant)" userId="S::2449599@cognizant.com::54ae252e-9820-4a9c-96e5-6c94e5507563" providerId="AD" clId="Web-{15DB2960-3309-B223-E82D-6256E3C2945E}" dt="2025-10-11T10:49:52.066" v="24" actId="1076"/>
        <pc:sldMkLst>
          <pc:docMk/>
          <pc:sldMk cId="1790762948" sldId="271"/>
        </pc:sldMkLst>
        <pc:spChg chg="mod">
          <ac:chgData name="Dharani Tripura, Bondada Veera Venkata (Cognizant)" userId="S::2449599@cognizant.com::54ae252e-9820-4a9c-96e5-6c94e5507563" providerId="AD" clId="Web-{15DB2960-3309-B223-E82D-6256E3C2945E}" dt="2025-10-11T10:49:52.019" v="23" actId="20577"/>
          <ac:spMkLst>
            <pc:docMk/>
            <pc:sldMk cId="1790762948" sldId="271"/>
            <ac:spMk id="3" creationId="{16D5A8E5-52DA-C9DD-3871-5E5D1CFAE0C9}"/>
          </ac:spMkLst>
        </pc:spChg>
        <pc:picChg chg="mod">
          <ac:chgData name="Dharani Tripura, Bondada Veera Venkata (Cognizant)" userId="S::2449599@cognizant.com::54ae252e-9820-4a9c-96e5-6c94e5507563" providerId="AD" clId="Web-{15DB2960-3309-B223-E82D-6256E3C2945E}" dt="2025-10-11T10:49:52.066" v="24" actId="1076"/>
          <ac:picMkLst>
            <pc:docMk/>
            <pc:sldMk cId="1790762948" sldId="271"/>
            <ac:picMk id="8198" creationId="{9F706840-5AD2-E298-9BDD-C9C74114BC39}"/>
          </ac:picMkLst>
        </pc:picChg>
      </pc:sldChg>
      <pc:sldChg chg="modSp">
        <pc:chgData name="Dharani Tripura, Bondada Veera Venkata (Cognizant)" userId="S::2449599@cognizant.com::54ae252e-9820-4a9c-96e5-6c94e5507563" providerId="AD" clId="Web-{15DB2960-3309-B223-E82D-6256E3C2945E}" dt="2025-10-11T11:09:03.649" v="196" actId="1076"/>
        <pc:sldMkLst>
          <pc:docMk/>
          <pc:sldMk cId="651455169" sldId="276"/>
        </pc:sldMkLst>
        <pc:picChg chg="mod">
          <ac:chgData name="Dharani Tripura, Bondada Veera Venkata (Cognizant)" userId="S::2449599@cognizant.com::54ae252e-9820-4a9c-96e5-6c94e5507563" providerId="AD" clId="Web-{15DB2960-3309-B223-E82D-6256E3C2945E}" dt="2025-10-11T11:09:03.649" v="196" actId="1076"/>
          <ac:picMkLst>
            <pc:docMk/>
            <pc:sldMk cId="651455169" sldId="276"/>
            <ac:picMk id="1026" creationId="{8196526C-B54F-13FD-C1F4-D29F088E33F9}"/>
          </ac:picMkLst>
        </pc:picChg>
      </pc:sldChg>
      <pc:sldChg chg="modSp">
        <pc:chgData name="Dharani Tripura, Bondada Veera Venkata (Cognizant)" userId="S::2449599@cognizant.com::54ae252e-9820-4a9c-96e5-6c94e5507563" providerId="AD" clId="Web-{15DB2960-3309-B223-E82D-6256E3C2945E}" dt="2025-10-11T11:12:51.684" v="204" actId="20577"/>
        <pc:sldMkLst>
          <pc:docMk/>
          <pc:sldMk cId="2565005337" sldId="279"/>
        </pc:sldMkLst>
        <pc:spChg chg="mod">
          <ac:chgData name="Dharani Tripura, Bondada Veera Venkata (Cognizant)" userId="S::2449599@cognizant.com::54ae252e-9820-4a9c-96e5-6c94e5507563" providerId="AD" clId="Web-{15DB2960-3309-B223-E82D-6256E3C2945E}" dt="2025-10-11T11:12:51.684" v="204" actId="20577"/>
          <ac:spMkLst>
            <pc:docMk/>
            <pc:sldMk cId="2565005337" sldId="279"/>
            <ac:spMk id="3" creationId="{325A9F57-2ACE-8AFE-F40E-CD2DAF397E58}"/>
          </ac:spMkLst>
        </pc:spChg>
      </pc:sldChg>
      <pc:sldChg chg="modSp">
        <pc:chgData name="Dharani Tripura, Bondada Veera Venkata (Cognizant)" userId="S::2449599@cognizant.com::54ae252e-9820-4a9c-96e5-6c94e5507563" providerId="AD" clId="Web-{15DB2960-3309-B223-E82D-6256E3C2945E}" dt="2025-10-11T11:51:33.623" v="212"/>
        <pc:sldMkLst>
          <pc:docMk/>
          <pc:sldMk cId="3573913650" sldId="281"/>
        </pc:sldMkLst>
        <pc:picChg chg="mod modCrop">
          <ac:chgData name="Dharani Tripura, Bondada Veera Venkata (Cognizant)" userId="S::2449599@cognizant.com::54ae252e-9820-4a9c-96e5-6c94e5507563" providerId="AD" clId="Web-{15DB2960-3309-B223-E82D-6256E3C2945E}" dt="2025-10-11T11:51:33.623" v="212"/>
          <ac:picMkLst>
            <pc:docMk/>
            <pc:sldMk cId="3573913650" sldId="281"/>
            <ac:picMk id="1028" creationId="{80DD6A10-0F23-4B93-A01B-E9B6E35C2803}"/>
          </ac:picMkLst>
        </pc:picChg>
      </pc:sldChg>
      <pc:sldChg chg="modSp">
        <pc:chgData name="Dharani Tripura, Bondada Veera Venkata (Cognizant)" userId="S::2449599@cognizant.com::54ae252e-9820-4a9c-96e5-6c94e5507563" providerId="AD" clId="Web-{15DB2960-3309-B223-E82D-6256E3C2945E}" dt="2025-10-11T11:55:02.046" v="213" actId="1076"/>
        <pc:sldMkLst>
          <pc:docMk/>
          <pc:sldMk cId="68670355" sldId="290"/>
        </pc:sldMkLst>
        <pc:picChg chg="mod">
          <ac:chgData name="Dharani Tripura, Bondada Veera Venkata (Cognizant)" userId="S::2449599@cognizant.com::54ae252e-9820-4a9c-96e5-6c94e5507563" providerId="AD" clId="Web-{15DB2960-3309-B223-E82D-6256E3C2945E}" dt="2025-10-11T11:55:02.046" v="213" actId="1076"/>
          <ac:picMkLst>
            <pc:docMk/>
            <pc:sldMk cId="68670355" sldId="290"/>
            <ac:picMk id="10242" creationId="{F21FEC37-3A06-8D02-D843-B05084F6542A}"/>
          </ac:picMkLst>
        </pc:picChg>
      </pc:sldChg>
      <pc:sldChg chg="modSp">
        <pc:chgData name="Dharani Tripura, Bondada Veera Venkata (Cognizant)" userId="S::2449599@cognizant.com::54ae252e-9820-4a9c-96e5-6c94e5507563" providerId="AD" clId="Web-{15DB2960-3309-B223-E82D-6256E3C2945E}" dt="2025-10-11T12:33:00.168" v="215" actId="20577"/>
        <pc:sldMkLst>
          <pc:docMk/>
          <pc:sldMk cId="3136010495" sldId="310"/>
        </pc:sldMkLst>
        <pc:spChg chg="mod">
          <ac:chgData name="Dharani Tripura, Bondada Veera Venkata (Cognizant)" userId="S::2449599@cognizant.com::54ae252e-9820-4a9c-96e5-6c94e5507563" providerId="AD" clId="Web-{15DB2960-3309-B223-E82D-6256E3C2945E}" dt="2025-10-11T12:33:00.168" v="215" actId="20577"/>
          <ac:spMkLst>
            <pc:docMk/>
            <pc:sldMk cId="3136010495" sldId="310"/>
            <ac:spMk id="3" creationId="{36AAFD40-7920-6056-3EC5-F008B2AA4CC4}"/>
          </ac:spMkLst>
        </pc:spChg>
      </pc:sldChg>
    </pc:docChg>
  </pc:docChgLst>
  <pc:docChgLst>
    <pc:chgData name="Senthilkumar, Aruthra (Cognizant)" userId="S::2449630@cognizant.com::39a56e03-a285-45bf-9a68-9e477773a096" providerId="AD" clId="Web-{E15E1F7C-08EB-493B-D439-7607649CFD9F}"/>
    <pc:docChg chg="modSld">
      <pc:chgData name="Senthilkumar, Aruthra (Cognizant)" userId="S::2449630@cognizant.com::39a56e03-a285-45bf-9a68-9e477773a096" providerId="AD" clId="Web-{E15E1F7C-08EB-493B-D439-7607649CFD9F}" dt="2025-10-08T16:50:40.151" v="0" actId="1076"/>
      <pc:docMkLst>
        <pc:docMk/>
      </pc:docMkLst>
      <pc:sldChg chg="modSp">
        <pc:chgData name="Senthilkumar, Aruthra (Cognizant)" userId="S::2449630@cognizant.com::39a56e03-a285-45bf-9a68-9e477773a096" providerId="AD" clId="Web-{E15E1F7C-08EB-493B-D439-7607649CFD9F}" dt="2025-10-08T16:50:40.151" v="0" actId="1076"/>
        <pc:sldMkLst>
          <pc:docMk/>
          <pc:sldMk cId="2762940411" sldId="274"/>
        </pc:sldMkLst>
        <pc:picChg chg="mod">
          <ac:chgData name="Senthilkumar, Aruthra (Cognizant)" userId="S::2449630@cognizant.com::39a56e03-a285-45bf-9a68-9e477773a096" providerId="AD" clId="Web-{E15E1F7C-08EB-493B-D439-7607649CFD9F}" dt="2025-10-08T16:50:40.151" v="0" actId="1076"/>
          <ac:picMkLst>
            <pc:docMk/>
            <pc:sldMk cId="2762940411" sldId="274"/>
            <ac:picMk id="6146" creationId="{1D7A799A-F610-9FE1-0B88-C8DB294384C5}"/>
          </ac:picMkLst>
        </pc:picChg>
      </pc:sldChg>
    </pc:docChg>
  </pc:docChgLst>
  <pc:docChgLst>
    <pc:chgData name="Garg, Abhishek (Cognizant)" userId="S::2449555@cognizant.com::4aa34fe7-8230-4c97-bf2b-ae41a795194b" providerId="AD" clId="Web-{DC4A1994-E45B-AB0A-B040-45A061927F07}"/>
    <pc:docChg chg="modSld">
      <pc:chgData name="Garg, Abhishek (Cognizant)" userId="S::2449555@cognizant.com::4aa34fe7-8230-4c97-bf2b-ae41a795194b" providerId="AD" clId="Web-{DC4A1994-E45B-AB0A-B040-45A061927F07}" dt="2025-10-10T16:46:29.929" v="6" actId="1076"/>
      <pc:docMkLst>
        <pc:docMk/>
      </pc:docMkLst>
      <pc:sldChg chg="modSp">
        <pc:chgData name="Garg, Abhishek (Cognizant)" userId="S::2449555@cognizant.com::4aa34fe7-8230-4c97-bf2b-ae41a795194b" providerId="AD" clId="Web-{DC4A1994-E45B-AB0A-B040-45A061927F07}" dt="2025-10-10T16:46:29.929" v="6" actId="1076"/>
        <pc:sldMkLst>
          <pc:docMk/>
          <pc:sldMk cId="2811669893" sldId="405"/>
        </pc:sldMkLst>
        <pc:picChg chg="mod">
          <ac:chgData name="Garg, Abhishek (Cognizant)" userId="S::2449555@cognizant.com::4aa34fe7-8230-4c97-bf2b-ae41a795194b" providerId="AD" clId="Web-{DC4A1994-E45B-AB0A-B040-45A061927F07}" dt="2025-10-10T16:46:29.929" v="6" actId="1076"/>
          <ac:picMkLst>
            <pc:docMk/>
            <pc:sldMk cId="2811669893" sldId="405"/>
            <ac:picMk id="4" creationId="{8DC816DF-8BA4-D61D-49BC-A4C194AF79CB}"/>
          </ac:picMkLst>
        </pc:picChg>
      </pc:sldChg>
      <pc:sldChg chg="modSp">
        <pc:chgData name="Garg, Abhishek (Cognizant)" userId="S::2449555@cognizant.com::4aa34fe7-8230-4c97-bf2b-ae41a795194b" providerId="AD" clId="Web-{DC4A1994-E45B-AB0A-B040-45A061927F07}" dt="2025-10-10T16:44:54.085" v="2" actId="1076"/>
        <pc:sldMkLst>
          <pc:docMk/>
          <pc:sldMk cId="1922441595" sldId="415"/>
        </pc:sldMkLst>
        <pc:picChg chg="mod">
          <ac:chgData name="Garg, Abhishek (Cognizant)" userId="S::2449555@cognizant.com::4aa34fe7-8230-4c97-bf2b-ae41a795194b" providerId="AD" clId="Web-{DC4A1994-E45B-AB0A-B040-45A061927F07}" dt="2025-10-10T16:44:54.085" v="2" actId="1076"/>
          <ac:picMkLst>
            <pc:docMk/>
            <pc:sldMk cId="1922441595" sldId="415"/>
            <ac:picMk id="4" creationId="{D04EFD36-F2DB-EA8D-CA47-AC3491CF8B28}"/>
          </ac:picMkLst>
        </pc:picChg>
      </pc:sldChg>
      <pc:sldChg chg="modSp">
        <pc:chgData name="Garg, Abhishek (Cognizant)" userId="S::2449555@cognizant.com::4aa34fe7-8230-4c97-bf2b-ae41a795194b" providerId="AD" clId="Web-{DC4A1994-E45B-AB0A-B040-45A061927F07}" dt="2025-10-10T16:44:12.991" v="1" actId="14100"/>
        <pc:sldMkLst>
          <pc:docMk/>
          <pc:sldMk cId="664340028" sldId="418"/>
        </pc:sldMkLst>
        <pc:picChg chg="mod">
          <ac:chgData name="Garg, Abhishek (Cognizant)" userId="S::2449555@cognizant.com::4aa34fe7-8230-4c97-bf2b-ae41a795194b" providerId="AD" clId="Web-{DC4A1994-E45B-AB0A-B040-45A061927F07}" dt="2025-10-10T16:44:12.991" v="1" actId="14100"/>
          <ac:picMkLst>
            <pc:docMk/>
            <pc:sldMk cId="664340028" sldId="418"/>
            <ac:picMk id="4" creationId="{6C3E6DBB-0E65-24AF-F3CB-AAAA2DFB0349}"/>
          </ac:picMkLst>
        </pc:picChg>
      </pc:sldChg>
    </pc:docChg>
  </pc:docChgLst>
  <pc:docChgLst>
    <pc:chgData name="Kumar, Kona Lokesh (Cognizant)" userId="S::2449514@cognizant.com::526fb337-eb47-46f1-91db-4bbd42f501ad" providerId="AD" clId="Web-{B153FD9C-772A-1410-F873-0EA4EF46B01D}"/>
    <pc:docChg chg="modSld">
      <pc:chgData name="Kumar, Kona Lokesh (Cognizant)" userId="S::2449514@cognizant.com::526fb337-eb47-46f1-91db-4bbd42f501ad" providerId="AD" clId="Web-{B153FD9C-772A-1410-F873-0EA4EF46B01D}" dt="2025-10-11T05:40:09.923" v="7" actId="1076"/>
      <pc:docMkLst>
        <pc:docMk/>
      </pc:docMkLst>
      <pc:sldChg chg="modSp">
        <pc:chgData name="Kumar, Kona Lokesh (Cognizant)" userId="S::2449514@cognizant.com::526fb337-eb47-46f1-91db-4bbd42f501ad" providerId="AD" clId="Web-{B153FD9C-772A-1410-F873-0EA4EF46B01D}" dt="2025-10-11T05:35:15.967" v="0" actId="1076"/>
        <pc:sldMkLst>
          <pc:docMk/>
          <pc:sldMk cId="1374366386" sldId="350"/>
        </pc:sldMkLst>
        <pc:picChg chg="mod">
          <ac:chgData name="Kumar, Kona Lokesh (Cognizant)" userId="S::2449514@cognizant.com::526fb337-eb47-46f1-91db-4bbd42f501ad" providerId="AD" clId="Web-{B153FD9C-772A-1410-F873-0EA4EF46B01D}" dt="2025-10-11T05:35:15.967" v="0" actId="1076"/>
          <ac:picMkLst>
            <pc:docMk/>
            <pc:sldMk cId="1374366386" sldId="350"/>
            <ac:picMk id="2054" creationId="{6C2B6717-4554-5808-5409-A43896CFDF60}"/>
          </ac:picMkLst>
        </pc:picChg>
      </pc:sldChg>
      <pc:sldChg chg="modSp">
        <pc:chgData name="Kumar, Kona Lokesh (Cognizant)" userId="S::2449514@cognizant.com::526fb337-eb47-46f1-91db-4bbd42f501ad" providerId="AD" clId="Web-{B153FD9C-772A-1410-F873-0EA4EF46B01D}" dt="2025-10-11T05:37:15.186" v="1" actId="1076"/>
        <pc:sldMkLst>
          <pc:docMk/>
          <pc:sldMk cId="2901164042" sldId="351"/>
        </pc:sldMkLst>
        <pc:picChg chg="mod">
          <ac:chgData name="Kumar, Kona Lokesh (Cognizant)" userId="S::2449514@cognizant.com::526fb337-eb47-46f1-91db-4bbd42f501ad" providerId="AD" clId="Web-{B153FD9C-772A-1410-F873-0EA4EF46B01D}" dt="2025-10-11T05:37:15.186" v="1" actId="1076"/>
          <ac:picMkLst>
            <pc:docMk/>
            <pc:sldMk cId="2901164042" sldId="351"/>
            <ac:picMk id="4" creationId="{39DB4067-0235-5766-A6A5-7067FDB45A9E}"/>
          </ac:picMkLst>
        </pc:picChg>
      </pc:sldChg>
      <pc:sldChg chg="modSp">
        <pc:chgData name="Kumar, Kona Lokesh (Cognizant)" userId="S::2449514@cognizant.com::526fb337-eb47-46f1-91db-4bbd42f501ad" providerId="AD" clId="Web-{B153FD9C-772A-1410-F873-0EA4EF46B01D}" dt="2025-10-11T05:40:09.923" v="7" actId="1076"/>
        <pc:sldMkLst>
          <pc:docMk/>
          <pc:sldMk cId="2988956869" sldId="352"/>
        </pc:sldMkLst>
        <pc:spChg chg="mod">
          <ac:chgData name="Kumar, Kona Lokesh (Cognizant)" userId="S::2449514@cognizant.com::526fb337-eb47-46f1-91db-4bbd42f501ad" providerId="AD" clId="Web-{B153FD9C-772A-1410-F873-0EA4EF46B01D}" dt="2025-10-11T05:39:06" v="3" actId="20577"/>
          <ac:spMkLst>
            <pc:docMk/>
            <pc:sldMk cId="2988956869" sldId="352"/>
            <ac:spMk id="2" creationId="{B137502C-C1D0-B73F-6733-9931F8F3D553}"/>
          </ac:spMkLst>
        </pc:spChg>
        <pc:picChg chg="mod">
          <ac:chgData name="Kumar, Kona Lokesh (Cognizant)" userId="S::2449514@cognizant.com::526fb337-eb47-46f1-91db-4bbd42f501ad" providerId="AD" clId="Web-{B153FD9C-772A-1410-F873-0EA4EF46B01D}" dt="2025-10-11T05:40:09.923" v="7" actId="1076"/>
          <ac:picMkLst>
            <pc:docMk/>
            <pc:sldMk cId="2988956869" sldId="352"/>
            <ac:picMk id="4" creationId="{70502515-1B7E-DE8C-9776-25DA0B65ADE1}"/>
          </ac:picMkLst>
        </pc:pic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ABCE885B-053B-4672-BB75-04634E21BE6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8B1F9841-5361-4E6A-9F46-4859C30B5ADF}" type="slidenum">
              <a:rPr lang="en-IN" smtClean="0"/>
              <a:t>‹#›</a:t>
            </a:fld>
            <a:endParaRPr lang="en-IN"/>
          </a:p>
        </p:txBody>
      </p:sp>
    </p:spTree>
    <p:extLst>
      <p:ext uri="{BB962C8B-B14F-4D97-AF65-F5344CB8AC3E}">
        <p14:creationId xmlns:p14="http://schemas.microsoft.com/office/powerpoint/2010/main" val="4105067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800">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CE885B-053B-4672-BB75-04634E21BE6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3060942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BCE885B-053B-4672-BB75-04634E21BE61}" type="datetimeFigureOut">
              <a:rPr lang="en-IN" smtClean="0"/>
              <a:t>13-10-2025</a:t>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8B1F9841-5361-4E6A-9F46-4859C30B5ADF}" type="slidenum">
              <a:rPr lang="en-IN" smtClean="0"/>
              <a:t>‹#›</a:t>
            </a:fld>
            <a:endParaRPr lang="en-IN"/>
          </a:p>
        </p:txBody>
      </p:sp>
    </p:spTree>
    <p:extLst>
      <p:ext uri="{BB962C8B-B14F-4D97-AF65-F5344CB8AC3E}">
        <p14:creationId xmlns:p14="http://schemas.microsoft.com/office/powerpoint/2010/main" val="474972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CE885B-053B-4672-BB75-04634E21BE61}"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321322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BCE885B-053B-4672-BB75-04634E21BE61}" type="datetimeFigureOut">
              <a:rPr lang="en-IN" smtClean="0"/>
              <a:t>13-10-2025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343539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BCE885B-053B-4672-BB75-04634E21BE61}" type="datetimeFigureOut">
              <a:rPr lang="en-IN" smtClean="0"/>
              <a:t>13-10-2025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567165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CE885B-053B-4672-BB75-04634E21BE61}" type="datetimeFigureOut">
              <a:rPr lang="en-IN" smtClean="0"/>
              <a:t>13-10-2025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3528530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CE885B-053B-4672-BB75-04634E21BE61}" type="datetimeFigureOut">
              <a:rPr lang="en-IN" smtClean="0"/>
              <a:t>13-10-2025</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1525307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CE885B-053B-4672-BB75-04634E21BE61}" type="datetimeFigureOut">
              <a:rPr lang="en-IN" smtClean="0"/>
              <a:t>13-10-2025</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213534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CE885B-053B-4672-BB75-04634E21BE6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3626769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CE885B-053B-4672-BB75-04634E21BE61}" type="datetimeFigureOut">
              <a:rPr lang="en-IN" smtClean="0"/>
              <a:t>13-10-2025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B1F9841-5361-4E6A-9F46-4859C30B5ADF}" type="slidenum">
              <a:rPr lang="en-IN" smtClean="0"/>
              <a:t>‹#›</a:t>
            </a:fld>
            <a:endParaRPr lang="en-IN"/>
          </a:p>
        </p:txBody>
      </p:sp>
    </p:spTree>
    <p:extLst>
      <p:ext uri="{BB962C8B-B14F-4D97-AF65-F5344CB8AC3E}">
        <p14:creationId xmlns:p14="http://schemas.microsoft.com/office/powerpoint/2010/main" val="140392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BCE885B-053B-4672-BB75-04634E21BE61}" type="datetimeFigureOut">
              <a:rPr lang="en-IN" smtClean="0"/>
              <a:t>13-10-2025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8B1F9841-5361-4E6A-9F46-4859C30B5ADF}" type="slidenum">
              <a:rPr lang="en-IN" smtClean="0"/>
              <a:t>‹#›</a:t>
            </a:fld>
            <a:endParaRPr lang="en-IN"/>
          </a:p>
        </p:txBody>
      </p:sp>
    </p:spTree>
    <p:extLst>
      <p:ext uri="{BB962C8B-B14F-4D97-AF65-F5344CB8AC3E}">
        <p14:creationId xmlns:p14="http://schemas.microsoft.com/office/powerpoint/2010/main" val="30474233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hyperlink" Target="https://en.wikipedia.org/wiki/Category_6_cable#cite_note-PaulKish-1"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CAB0-8C43-2040-CF74-03EEA5FBFC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864633-7886-F459-B3FB-3A7CCBD7C54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3856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D9BD9-038F-F59F-41B7-0875BFA12385}"/>
              </a:ext>
            </a:extLst>
          </p:cNvPr>
          <p:cNvSpPr>
            <a:spLocks noGrp="1"/>
          </p:cNvSpPr>
          <p:nvPr>
            <p:ph type="title"/>
          </p:nvPr>
        </p:nvSpPr>
        <p:spPr/>
        <p:txBody>
          <a:bodyPr/>
          <a:lstStyle/>
          <a:p>
            <a:r>
              <a:rPr lang="en-US"/>
              <a:t>Defining a network</a:t>
            </a:r>
            <a:endParaRPr lang="en-IN"/>
          </a:p>
        </p:txBody>
      </p:sp>
      <p:sp>
        <p:nvSpPr>
          <p:cNvPr id="3" name="Content Placeholder 2">
            <a:extLst>
              <a:ext uri="{FF2B5EF4-FFF2-40B4-BE49-F238E27FC236}">
                <a16:creationId xmlns:a16="http://schemas.microsoft.com/office/drawing/2014/main" id="{951FC4F3-C5F3-9539-99A6-BC6C1FD77718}"/>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A network is a system of interconnected devices, typically computers, that are linked together to share information, resources, and services. These devices can be connected physically through cables or wirelessly via technologies like Wi-Fi. Networks enable communication and collaboration between users and devices, facilitating tasks like file sharing, printing, and internet access. </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330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FBB44-4A98-B2FC-B077-401247CD6580}"/>
              </a:ext>
            </a:extLst>
          </p:cNvPr>
          <p:cNvSpPr>
            <a:spLocks noGrp="1"/>
          </p:cNvSpPr>
          <p:nvPr>
            <p:ph type="title"/>
          </p:nvPr>
        </p:nvSpPr>
        <p:spPr/>
        <p:txBody>
          <a:bodyPr/>
          <a:lstStyle/>
          <a:p>
            <a:r>
              <a:rPr lang="en-US"/>
              <a:t>Main components of Networking</a:t>
            </a:r>
            <a:endParaRPr lang="en-IN"/>
          </a:p>
        </p:txBody>
      </p:sp>
      <p:sp>
        <p:nvSpPr>
          <p:cNvPr id="3" name="Content Placeholder 2">
            <a:extLst>
              <a:ext uri="{FF2B5EF4-FFF2-40B4-BE49-F238E27FC236}">
                <a16:creationId xmlns:a16="http://schemas.microsoft.com/office/drawing/2014/main" id="{8FF1BF0D-B6C8-C359-E974-C3C77DBA017C}"/>
              </a:ext>
            </a:extLst>
          </p:cNvPr>
          <p:cNvSpPr>
            <a:spLocks noGrp="1"/>
          </p:cNvSpPr>
          <p:nvPr>
            <p:ph idx="1"/>
          </p:nvPr>
        </p:nvSpPr>
        <p:spPr/>
        <p:txBody>
          <a:bodyPr>
            <a:normAutofit fontScale="92500"/>
          </a:bodyPr>
          <a:lstStyle/>
          <a:p>
            <a:pPr algn="l">
              <a:lnSpc>
                <a:spcPts val="1650"/>
              </a:lnSpc>
              <a:buNone/>
            </a:pPr>
            <a:r>
              <a:rPr lang="en-US" b="1" i="0">
                <a:effectLst/>
                <a:latin typeface="Times New Roman" panose="02020603050405020304" pitchFamily="18" charset="0"/>
                <a:cs typeface="Times New Roman" panose="02020603050405020304" pitchFamily="18" charset="0"/>
              </a:rPr>
              <a:t>Devices:</a:t>
            </a:r>
            <a:endParaRPr lang="en-US" b="0" i="0">
              <a:effectLst/>
              <a:latin typeface="Times New Roman" panose="02020603050405020304" pitchFamily="18" charset="0"/>
              <a:cs typeface="Times New Roman" panose="02020603050405020304" pitchFamily="18" charset="0"/>
            </a:endParaRPr>
          </a:p>
          <a:p>
            <a:pPr algn="l">
              <a:lnSpc>
                <a:spcPct val="100000"/>
              </a:lnSpc>
            </a:pPr>
            <a:r>
              <a:rPr lang="en-US" b="0" i="0">
                <a:effectLst/>
                <a:latin typeface="Times New Roman" panose="02020603050405020304" pitchFamily="18" charset="0"/>
                <a:cs typeface="Times New Roman" panose="02020603050405020304" pitchFamily="18" charset="0"/>
              </a:rPr>
              <a:t>These are any entity connected to the network, including computers, printers, mobile phones, switches, hub, routers and more</a:t>
            </a:r>
          </a:p>
          <a:p>
            <a:pPr marL="0" indent="0" algn="l">
              <a:lnSpc>
                <a:spcPts val="1650"/>
              </a:lnSpc>
              <a:buNone/>
            </a:pPr>
            <a:r>
              <a:rPr lang="en-US" b="1">
                <a:latin typeface="Times New Roman" panose="02020603050405020304" pitchFamily="18" charset="0"/>
                <a:cs typeface="Times New Roman" panose="02020603050405020304" pitchFamily="18" charset="0"/>
              </a:rPr>
              <a:t>Communication Links (Media)</a:t>
            </a:r>
            <a:endParaRPr lang="en-US" b="1" i="0">
              <a:effectLst/>
              <a:latin typeface="Times New Roman" panose="02020603050405020304" pitchFamily="18" charset="0"/>
              <a:cs typeface="Times New Roman" panose="02020603050405020304" pitchFamily="18" charset="0"/>
            </a:endParaRPr>
          </a:p>
          <a:p>
            <a:r>
              <a:rPr lang="en-US" b="0" i="0">
                <a:effectLst/>
                <a:latin typeface="Times New Roman" panose="02020603050405020304" pitchFamily="18" charset="0"/>
                <a:cs typeface="Times New Roman" panose="02020603050405020304" pitchFamily="18" charset="0"/>
              </a:rPr>
              <a:t>These are the channels connecting devices, which can be physical (e.g., cables) wireless or radio (e.g., Wi-Fi). </a:t>
            </a:r>
          </a:p>
          <a:p>
            <a:pPr marL="0" indent="0">
              <a:buNone/>
            </a:pPr>
            <a:r>
              <a:rPr lang="en-IN" b="1">
                <a:latin typeface="Times New Roman" panose="02020603050405020304" pitchFamily="18" charset="0"/>
                <a:cs typeface="Times New Roman" panose="02020603050405020304" pitchFamily="18" charset="0"/>
              </a:rPr>
              <a:t>Network protocols</a:t>
            </a:r>
          </a:p>
          <a:p>
            <a:r>
              <a:rPr lang="en-US" b="0" i="0">
                <a:effectLst/>
                <a:latin typeface="Times New Roman" panose="02020603050405020304" pitchFamily="18" charset="0"/>
                <a:cs typeface="Times New Roman" panose="02020603050405020304" pitchFamily="18" charset="0"/>
              </a:rPr>
              <a:t>These are the rules and standards that govern communication and data transmission between devices. </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095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8C4A2-DB3C-FA22-6D34-B9E2996DE39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1DCE90-E7DE-D460-6657-9A78AE7231DF}"/>
              </a:ext>
            </a:extLst>
          </p:cNvPr>
          <p:cNvSpPr>
            <a:spLocks noGrp="1"/>
          </p:cNvSpPr>
          <p:nvPr>
            <p:ph idx="1"/>
          </p:nvPr>
        </p:nvSpPr>
        <p:spPr/>
        <p:txBody>
          <a:bodyPr/>
          <a:lstStyle/>
          <a:p>
            <a:endParaRPr lang="en-IN"/>
          </a:p>
        </p:txBody>
      </p:sp>
      <p:pic>
        <p:nvPicPr>
          <p:cNvPr id="1026" name="Picture 2" descr="Network Definition - What is a network?">
            <a:extLst>
              <a:ext uri="{FF2B5EF4-FFF2-40B4-BE49-F238E27FC236}">
                <a16:creationId xmlns:a16="http://schemas.microsoft.com/office/drawing/2014/main" id="{F42376A1-5506-D8E7-945C-766D3A9AF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444" y="0"/>
            <a:ext cx="102012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13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55F9-4226-0AFC-542B-9BB2C036F384}"/>
              </a:ext>
            </a:extLst>
          </p:cNvPr>
          <p:cNvSpPr>
            <a:spLocks noGrp="1"/>
          </p:cNvSpPr>
          <p:nvPr>
            <p:ph type="title"/>
          </p:nvPr>
        </p:nvSpPr>
        <p:spPr/>
        <p:txBody>
          <a:bodyPr/>
          <a:lstStyle/>
          <a:p>
            <a:r>
              <a:rPr lang="en-US"/>
              <a:t>Network</a:t>
            </a:r>
            <a:endParaRPr lang="en-IN"/>
          </a:p>
        </p:txBody>
      </p:sp>
      <p:sp>
        <p:nvSpPr>
          <p:cNvPr id="3" name="Content Placeholder 2">
            <a:extLst>
              <a:ext uri="{FF2B5EF4-FFF2-40B4-BE49-F238E27FC236}">
                <a16:creationId xmlns:a16="http://schemas.microsoft.com/office/drawing/2014/main" id="{0F3DDE55-80B3-CA9C-858A-238B2FBC601A}"/>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A network consists of two or more computers that are linked in order to share resources (such as printers and CDs), exchange files, or allow electronic communications. The computers on a network may be linked through cables, telephone lines, radio waves, satellites, or infrared light beams.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48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5431-B5E6-C16F-9483-12FD8DFF2922}"/>
              </a:ext>
            </a:extLst>
          </p:cNvPr>
          <p:cNvSpPr>
            <a:spLocks noGrp="1"/>
          </p:cNvSpPr>
          <p:nvPr>
            <p:ph type="title"/>
          </p:nvPr>
        </p:nvSpPr>
        <p:spPr/>
        <p:txBody>
          <a:bodyPr/>
          <a:lstStyle/>
          <a:p>
            <a:r>
              <a:rPr lang="en-US"/>
              <a:t>Benefits of Networking</a:t>
            </a:r>
            <a:endParaRPr lang="en-IN"/>
          </a:p>
        </p:txBody>
      </p:sp>
      <p:sp>
        <p:nvSpPr>
          <p:cNvPr id="4" name="Rectangle 1">
            <a:extLst>
              <a:ext uri="{FF2B5EF4-FFF2-40B4-BE49-F238E27FC236}">
                <a16:creationId xmlns:a16="http://schemas.microsoft.com/office/drawing/2014/main" id="{6B37E022-C1EA-3735-5801-54590775AFBB}"/>
              </a:ext>
            </a:extLst>
          </p:cNvPr>
          <p:cNvSpPr>
            <a:spLocks noGrp="1" noChangeArrowheads="1"/>
          </p:cNvSpPr>
          <p:nvPr>
            <p:ph idx="1"/>
          </p:nvPr>
        </p:nvSpPr>
        <p:spPr bwMode="auto">
          <a:xfrm>
            <a:off x="420076" y="1523570"/>
            <a:ext cx="11364900" cy="520905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Resource Sharing:</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Enables users to share files, printers, and other resources without individual connections.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Communication:</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Facilitates communication between users and devices through email,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instant messaging, and other services.  ping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Centralized Management:</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Allows for easier management of network resources and user access.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Increased Efficiency:</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Streamlines workflows and improves productivity through sharing and collaboration.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1329200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CF423-28B4-2EB2-99A6-5E5283EBDC96}"/>
              </a:ext>
            </a:extLst>
          </p:cNvPr>
          <p:cNvSpPr>
            <a:spLocks noGrp="1"/>
          </p:cNvSpPr>
          <p:nvPr>
            <p:ph type="title"/>
          </p:nvPr>
        </p:nvSpPr>
        <p:spPr/>
        <p:txBody>
          <a:bodyPr/>
          <a:lstStyle/>
          <a:p>
            <a:r>
              <a:rPr lang="en-US"/>
              <a:t>Network types</a:t>
            </a:r>
            <a:endParaRPr lang="en-IN"/>
          </a:p>
        </p:txBody>
      </p:sp>
      <p:sp>
        <p:nvSpPr>
          <p:cNvPr id="7" name="Rectangle 3">
            <a:extLst>
              <a:ext uri="{FF2B5EF4-FFF2-40B4-BE49-F238E27FC236}">
                <a16:creationId xmlns:a16="http://schemas.microsoft.com/office/drawing/2014/main" id="{A11BBE26-5403-9C2D-1A02-7E7700DFF202}"/>
              </a:ext>
            </a:extLst>
          </p:cNvPr>
          <p:cNvSpPr>
            <a:spLocks noGrp="1" noChangeArrowheads="1"/>
          </p:cNvSpPr>
          <p:nvPr>
            <p:ph idx="1"/>
          </p:nvPr>
        </p:nvSpPr>
        <p:spPr bwMode="auto">
          <a:xfrm>
            <a:off x="653143" y="1365167"/>
            <a:ext cx="10677538" cy="36393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Personal Area Network (PAN):</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Connects devices within a very close range, typically a few meters,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like a Bluetooth connection between a phone and a headset.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Local Area Network (LAN):</a:t>
            </a: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Connects devices within a limited area, such as a home or office building,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rPr>
              <a:t>often using Ethernet.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1943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0987A-4189-D02F-9A10-633C86D66AE2}"/>
              </a:ext>
            </a:extLst>
          </p:cNvPr>
          <p:cNvSpPr>
            <a:spLocks noGrp="1"/>
          </p:cNvSpPr>
          <p:nvPr>
            <p:ph type="title"/>
          </p:nvPr>
        </p:nvSpPr>
        <p:spPr/>
        <p:txBody>
          <a:bodyPr/>
          <a:lstStyle/>
          <a:p>
            <a:r>
              <a:rPr lang="en-US"/>
              <a:t>Network types…</a:t>
            </a:r>
            <a:endParaRPr lang="en-IN"/>
          </a:p>
        </p:txBody>
      </p:sp>
      <p:sp>
        <p:nvSpPr>
          <p:cNvPr id="4" name="Rectangle 1">
            <a:extLst>
              <a:ext uri="{FF2B5EF4-FFF2-40B4-BE49-F238E27FC236}">
                <a16:creationId xmlns:a16="http://schemas.microsoft.com/office/drawing/2014/main" id="{5A094200-7235-974B-CDC9-1C3D0BAA332B}"/>
              </a:ext>
            </a:extLst>
          </p:cNvPr>
          <p:cNvSpPr>
            <a:spLocks noGrp="1" noChangeArrowheads="1"/>
          </p:cNvSpPr>
          <p:nvPr>
            <p:ph idx="1"/>
          </p:nvPr>
        </p:nvSpPr>
        <p:spPr bwMode="auto">
          <a:xfrm>
            <a:off x="685801" y="1846604"/>
            <a:ext cx="10440721" cy="42549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effectLst/>
                <a:latin typeface="Times New Roman"/>
                <a:cs typeface="Times New Roman"/>
              </a:rPr>
              <a:t>Wireless Local Area Network (WLAN):</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effectLst/>
                <a:latin typeface="Times New Roman"/>
                <a:cs typeface="Times New Roman"/>
              </a:rPr>
              <a:t>A LAN that uses wireless communication, typically Wi-Fi, rather than wired cables. </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effectLst/>
                <a:latin typeface="Times New Roman"/>
                <a:cs typeface="Times New Roman"/>
              </a:rPr>
              <a:t>Metropolitan Area Network (MAN):</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effectLst/>
                <a:latin typeface="Times New Roman"/>
                <a:cs typeface="Times New Roman"/>
              </a:rPr>
              <a:t>Connects multiple LANs within a city or metropolitan area,</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effectLst/>
                <a:latin typeface="Times New Roman"/>
                <a:cs typeface="Times New Roman"/>
              </a:rPr>
              <a:t> such as a cable TV network. </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a:latin typeface="Times New Roman"/>
                <a:cs typeface="Times New Roman"/>
              </a:rPr>
              <a:t>Wide Area Network</a:t>
            </a:r>
            <a:endParaRPr lang="en-US" altLang="en-US" sz="2400" b="1" i="0" u="none" strike="noStrike" cap="none" normalizeH="0" baseline="0">
              <a:ln>
                <a:noFill/>
              </a:ln>
              <a:effectLst/>
              <a:latin typeface="Times New Roman"/>
              <a:cs typeface="Times New Roman"/>
            </a:endParaRPr>
          </a:p>
          <a:p>
            <a:pPr marL="0" lvl="0" indent="0" eaLnBrk="0" fontAlgn="base" hangingPunct="0">
              <a:lnSpc>
                <a:spcPct val="100000"/>
              </a:lnSpc>
              <a:spcBef>
                <a:spcPct val="0"/>
              </a:spcBef>
              <a:spcAft>
                <a:spcPct val="0"/>
              </a:spcAft>
              <a:buNone/>
            </a:pPr>
            <a:r>
              <a:rPr lang="en-US" sz="2400">
                <a:latin typeface="Times New Roman"/>
                <a:cs typeface="Times New Roman"/>
              </a:rPr>
              <a:t>Connects multiple LANs and MANs across a large geographical area, </a:t>
            </a:r>
          </a:p>
          <a:p>
            <a:pPr marL="0" lvl="0" indent="0" eaLnBrk="0" fontAlgn="base" hangingPunct="0">
              <a:lnSpc>
                <a:spcPct val="100000"/>
              </a:lnSpc>
              <a:spcBef>
                <a:spcPct val="0"/>
              </a:spcBef>
              <a:spcAft>
                <a:spcPct val="0"/>
              </a:spcAft>
              <a:buNone/>
            </a:pPr>
            <a:r>
              <a:rPr lang="en-US" sz="2400">
                <a:latin typeface="Times New Roman"/>
                <a:cs typeface="Times New Roman"/>
              </a:rPr>
              <a:t>such as a country or the world. </a:t>
            </a:r>
          </a:p>
          <a:p>
            <a:pPr marL="0" lvl="0" indent="0" eaLnBrk="0" fontAlgn="base" hangingPunct="0">
              <a:lnSpc>
                <a:spcPct val="100000"/>
              </a:lnSpc>
              <a:spcBef>
                <a:spcPct val="0"/>
              </a:spcBef>
              <a:spcAft>
                <a:spcPct val="0"/>
              </a:spcAft>
              <a:buNone/>
            </a:pPr>
            <a:r>
              <a:rPr kumimoji="0" lang="en-US" altLang="en-US" sz="2400" b="1" i="0" u="none" strike="noStrike" cap="none" normalizeH="0" baseline="0">
                <a:ln>
                  <a:noFill/>
                </a:ln>
                <a:effectLst/>
                <a:latin typeface="Times New Roman"/>
                <a:cs typeface="Times New Roman"/>
              </a:rPr>
              <a:t>Virtual</a:t>
            </a:r>
            <a:r>
              <a:rPr kumimoji="0" lang="en-US" altLang="en-US" sz="2400" b="1" i="0" u="none" strike="noStrike" cap="none" normalizeH="0">
                <a:ln>
                  <a:noFill/>
                </a:ln>
                <a:effectLst/>
                <a:latin typeface="Times New Roman"/>
                <a:cs typeface="Times New Roman"/>
              </a:rPr>
              <a:t> Private Network</a:t>
            </a:r>
            <a:endParaRPr lang="en-US" altLang="en-US" sz="2400" b="1" i="0" u="none" strike="noStrike" cap="none" normalizeH="0">
              <a:ln>
                <a:noFill/>
              </a:ln>
              <a:effectLst/>
              <a:latin typeface="Times New Roman"/>
              <a:cs typeface="Times New Roman"/>
            </a:endParaRPr>
          </a:p>
          <a:p>
            <a:pPr marL="0" lvl="0" indent="0" eaLnBrk="0" fontAlgn="base" hangingPunct="0">
              <a:lnSpc>
                <a:spcPct val="100000"/>
              </a:lnSpc>
              <a:spcBef>
                <a:spcPct val="0"/>
              </a:spcBef>
              <a:spcAft>
                <a:spcPct val="0"/>
              </a:spcAft>
              <a:buNone/>
            </a:pPr>
            <a:r>
              <a:rPr lang="en-US" altLang="en-US" sz="2400" baseline="0">
                <a:latin typeface="Times New Roman"/>
                <a:cs typeface="Times New Roman"/>
              </a:rPr>
              <a:t>Creates</a:t>
            </a:r>
            <a:r>
              <a:rPr lang="en-US" altLang="en-US" sz="2400">
                <a:latin typeface="Times New Roman"/>
                <a:cs typeface="Times New Roman"/>
              </a:rPr>
              <a:t> a secure, private connection over a public network, often the </a:t>
            </a:r>
          </a:p>
          <a:p>
            <a:pPr marL="0" lvl="0" indent="0" eaLnBrk="0" fontAlgn="base" hangingPunct="0">
              <a:lnSpc>
                <a:spcPct val="100000"/>
              </a:lnSpc>
              <a:spcBef>
                <a:spcPct val="0"/>
              </a:spcBef>
              <a:spcAft>
                <a:spcPct val="0"/>
              </a:spcAft>
              <a:buNone/>
            </a:pPr>
            <a:r>
              <a:rPr lang="en-US" altLang="en-US" sz="2400">
                <a:latin typeface="Times New Roman"/>
                <a:cs typeface="Times New Roman"/>
              </a:rPr>
              <a:t>internet, using encryption</a:t>
            </a:r>
            <a:endParaRPr lang="en-US" altLang="en-US" sz="2400" b="0" i="0" u="none" strike="noStrike" cap="none" normalizeH="0" baseline="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8439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F9A21-7566-654D-E3A1-40009E3E63DC}"/>
              </a:ext>
            </a:extLst>
          </p:cNvPr>
          <p:cNvSpPr>
            <a:spLocks noGrp="1"/>
          </p:cNvSpPr>
          <p:nvPr>
            <p:ph type="title"/>
          </p:nvPr>
        </p:nvSpPr>
        <p:spPr/>
        <p:txBody>
          <a:bodyPr/>
          <a:lstStyle/>
          <a:p>
            <a:r>
              <a:rPr lang="en-IN"/>
              <a:t>Types…</a:t>
            </a:r>
          </a:p>
        </p:txBody>
      </p:sp>
      <p:sp>
        <p:nvSpPr>
          <p:cNvPr id="3" name="Content Placeholder 2">
            <a:extLst>
              <a:ext uri="{FF2B5EF4-FFF2-40B4-BE49-F238E27FC236}">
                <a16:creationId xmlns:a16="http://schemas.microsoft.com/office/drawing/2014/main" id="{14517969-50F8-B50B-83E6-C88162096F1E}"/>
              </a:ext>
            </a:extLst>
          </p:cNvPr>
          <p:cNvSpPr>
            <a:spLocks noGrp="1"/>
          </p:cNvSpPr>
          <p:nvPr>
            <p:ph idx="1"/>
          </p:nvPr>
        </p:nvSpPr>
        <p:spPr/>
        <p:txBody>
          <a:bodyPr/>
          <a:lstStyle/>
          <a:p>
            <a:pPr algn="l">
              <a:lnSpc>
                <a:spcPts val="1650"/>
              </a:lnSpc>
              <a:buNone/>
            </a:pPr>
            <a:r>
              <a:rPr lang="en-US" b="1" i="0">
                <a:effectLst/>
                <a:latin typeface="Times New Roman" panose="02020603050405020304" pitchFamily="18" charset="0"/>
                <a:cs typeface="Times New Roman" panose="02020603050405020304" pitchFamily="18" charset="0"/>
              </a:rPr>
              <a:t>Storage Area Network (SAN):</a:t>
            </a:r>
            <a:endParaRPr lang="en-US" b="0" i="0">
              <a:effectLst/>
              <a:latin typeface="Times New Roman" panose="02020603050405020304" pitchFamily="18" charset="0"/>
              <a:cs typeface="Times New Roman" panose="02020603050405020304" pitchFamily="18" charset="0"/>
            </a:endParaRPr>
          </a:p>
          <a:p>
            <a:pPr marL="0" indent="0" algn="l">
              <a:lnSpc>
                <a:spcPct val="100000"/>
              </a:lnSpc>
              <a:buNone/>
            </a:pPr>
            <a:r>
              <a:rPr lang="en-US" b="0" i="0">
                <a:effectLst/>
                <a:latin typeface="Times New Roman" panose="02020603050405020304" pitchFamily="18" charset="0"/>
                <a:cs typeface="Times New Roman" panose="02020603050405020304" pitchFamily="18" charset="0"/>
              </a:rPr>
              <a:t>A dedicated network for data storage, typically used by large organizations with high-performance storage needs (data center)</a:t>
            </a:r>
          </a:p>
          <a:p>
            <a:pPr marL="0" indent="0">
              <a:buNone/>
            </a:pPr>
            <a:r>
              <a:rPr lang="en-US" b="1" i="0">
                <a:effectLst/>
                <a:latin typeface="Times New Roman" panose="02020603050405020304" pitchFamily="18" charset="0"/>
                <a:cs typeface="Times New Roman" panose="02020603050405020304" pitchFamily="18" charset="0"/>
              </a:rPr>
              <a:t>SOHO network</a:t>
            </a:r>
          </a:p>
          <a:p>
            <a:pPr marL="0" indent="0">
              <a:buNone/>
            </a:pPr>
            <a:r>
              <a:rPr lang="en-US" b="0" i="0">
                <a:effectLst/>
                <a:latin typeface="Times New Roman" panose="02020603050405020304" pitchFamily="18" charset="0"/>
                <a:cs typeface="Times New Roman" panose="02020603050405020304" pitchFamily="18" charset="0"/>
              </a:rPr>
              <a:t>Small Office/Home Office network, is a local network designed for smaller businesses and individuals working from home or small offices. It typically involves a central router or hub connecting devices like computers, printers, and other devices within a single location, allowing them to communicate and share resources. </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3583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9095F-D75C-2AD1-8875-DD1C94C6FB1F}"/>
              </a:ext>
            </a:extLst>
          </p:cNvPr>
          <p:cNvSpPr>
            <a:spLocks noGrp="1"/>
          </p:cNvSpPr>
          <p:nvPr>
            <p:ph type="title"/>
          </p:nvPr>
        </p:nvSpPr>
        <p:spPr/>
        <p:txBody>
          <a:bodyPr/>
          <a:lstStyle/>
          <a:p>
            <a:r>
              <a:rPr lang="en-IN"/>
              <a:t>Network standards</a:t>
            </a:r>
          </a:p>
        </p:txBody>
      </p:sp>
      <p:sp>
        <p:nvSpPr>
          <p:cNvPr id="3" name="Content Placeholder 2">
            <a:extLst>
              <a:ext uri="{FF2B5EF4-FFF2-40B4-BE49-F238E27FC236}">
                <a16:creationId xmlns:a16="http://schemas.microsoft.com/office/drawing/2014/main" id="{2AB2B7A0-8B3F-5A82-7825-5F2F5D1C8F0C}"/>
              </a:ext>
            </a:extLst>
          </p:cNvPr>
          <p:cNvSpPr>
            <a:spLocks noGrp="1"/>
          </p:cNvSpPr>
          <p:nvPr>
            <p:ph idx="1"/>
          </p:nvPr>
        </p:nvSpPr>
        <p:spPr/>
        <p:txBody>
          <a:bodyPr/>
          <a:lstStyle/>
          <a:p>
            <a:r>
              <a:rPr lang="en-US" b="0" i="0">
                <a:solidFill>
                  <a:srgbClr val="001D35"/>
                </a:solidFill>
                <a:effectLst/>
                <a:latin typeface="Google Sans"/>
              </a:rPr>
              <a:t>Network standards are the agreed-upon rules and specifications that ensure devices from different manufacturers can communicate effectively across a network. They define how data is transmitted, formatted, and handled, enabling interoperability and smooth communication between devices and networks. </a:t>
            </a:r>
          </a:p>
        </p:txBody>
      </p:sp>
    </p:spTree>
    <p:extLst>
      <p:ext uri="{BB962C8B-B14F-4D97-AF65-F5344CB8AC3E}">
        <p14:creationId xmlns:p14="http://schemas.microsoft.com/office/powerpoint/2010/main" val="3384100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C9B9B-E0E9-36BC-2CC3-C6F8A39B6DD2}"/>
              </a:ext>
            </a:extLst>
          </p:cNvPr>
          <p:cNvSpPr>
            <a:spLocks noGrp="1"/>
          </p:cNvSpPr>
          <p:nvPr>
            <p:ph type="title"/>
          </p:nvPr>
        </p:nvSpPr>
        <p:spPr/>
        <p:txBody>
          <a:bodyPr/>
          <a:lstStyle/>
          <a:p>
            <a:r>
              <a:rPr lang="en-IN"/>
              <a:t>Important points for Network standards</a:t>
            </a:r>
          </a:p>
        </p:txBody>
      </p:sp>
      <p:sp>
        <p:nvSpPr>
          <p:cNvPr id="4" name="Rectangle 1">
            <a:extLst>
              <a:ext uri="{FF2B5EF4-FFF2-40B4-BE49-F238E27FC236}">
                <a16:creationId xmlns:a16="http://schemas.microsoft.com/office/drawing/2014/main" id="{D93E56C6-0BBD-3AD7-D844-4F00666A42E6}"/>
              </a:ext>
            </a:extLst>
          </p:cNvPr>
          <p:cNvSpPr>
            <a:spLocks noGrp="1" noChangeArrowheads="1"/>
          </p:cNvSpPr>
          <p:nvPr>
            <p:ph idx="1"/>
          </p:nvPr>
        </p:nvSpPr>
        <p:spPr bwMode="auto">
          <a:xfrm>
            <a:off x="431337" y="2099655"/>
            <a:ext cx="10684555" cy="38856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effectLst/>
                <a:latin typeface="Times New Roman"/>
                <a:cs typeface="Times New Roman"/>
              </a:rPr>
              <a:t>Interoperability:</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effectLst/>
                <a:latin typeface="Times New Roman"/>
                <a:cs typeface="Times New Roman"/>
              </a:rPr>
              <a:t>They ensure that devices from different vendors can communicate with each other. </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a:ln>
                  <a:noFill/>
                </a:ln>
                <a:effectLst/>
                <a:latin typeface="Times New Roman"/>
                <a:cs typeface="Times New Roman"/>
              </a:rPr>
              <a:t>Compatibility:</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effectLst/>
                <a:latin typeface="Times New Roman"/>
                <a:cs typeface="Times New Roman"/>
              </a:rPr>
              <a:t>They guarantee that devices and networks can work together seamlessly. </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a:latin typeface="Times New Roman"/>
                <a:cs typeface="Times New Roman"/>
              </a:rPr>
              <a:t>Data transmission</a:t>
            </a:r>
          </a:p>
          <a:p>
            <a:pPr marL="0" lvl="0" indent="0" eaLnBrk="0" fontAlgn="base" hangingPunct="0">
              <a:lnSpc>
                <a:spcPct val="100000"/>
              </a:lnSpc>
              <a:spcBef>
                <a:spcPct val="0"/>
              </a:spcBef>
              <a:spcAft>
                <a:spcPct val="0"/>
              </a:spcAft>
              <a:buNone/>
            </a:pPr>
            <a:r>
              <a:rPr lang="en-US" sz="2400">
                <a:latin typeface="Times New Roman"/>
                <a:cs typeface="Times New Roman"/>
              </a:rPr>
              <a:t>They define how data is formatted, encoded, and transmitted across the network. </a:t>
            </a:r>
          </a:p>
          <a:p>
            <a:pPr marL="0" lvl="0" indent="0" eaLnBrk="0" fontAlgn="base" hangingPunct="0">
              <a:lnSpc>
                <a:spcPct val="100000"/>
              </a:lnSpc>
              <a:spcBef>
                <a:spcPct val="0"/>
              </a:spcBef>
              <a:spcAft>
                <a:spcPct val="0"/>
              </a:spcAft>
              <a:buNone/>
            </a:pPr>
            <a:r>
              <a:rPr kumimoji="0" lang="en-US" altLang="en-US" sz="2400" b="1" i="0" u="none" strike="noStrike" cap="none" normalizeH="0" baseline="0">
                <a:ln>
                  <a:noFill/>
                </a:ln>
                <a:effectLst/>
                <a:latin typeface="Times New Roman"/>
                <a:cs typeface="Times New Roman"/>
              </a:rPr>
              <a:t>Protocols</a:t>
            </a:r>
            <a:endParaRPr lang="en-US" altLang="en-US" sz="2400" b="1" i="0" u="none" strike="noStrike" cap="none" normalizeH="0" baseline="0">
              <a:ln>
                <a:noFill/>
              </a:ln>
              <a:effectLst/>
              <a:latin typeface="Times New Roman"/>
              <a:cs typeface="Times New Roman"/>
            </a:endParaRPr>
          </a:p>
          <a:p>
            <a:pPr marL="0" lvl="0" indent="0" eaLnBrk="0" fontAlgn="base" hangingPunct="0">
              <a:lnSpc>
                <a:spcPct val="100000"/>
              </a:lnSpc>
              <a:spcBef>
                <a:spcPct val="0"/>
              </a:spcBef>
              <a:spcAft>
                <a:spcPct val="0"/>
              </a:spcAft>
              <a:buNone/>
            </a:pPr>
            <a:r>
              <a:rPr lang="en-US" sz="2400">
                <a:latin typeface="Times New Roman"/>
                <a:cs typeface="Times New Roman"/>
              </a:rPr>
              <a:t>They specify the rules and procedures for communication between </a:t>
            </a:r>
          </a:p>
          <a:p>
            <a:pPr marL="0" lvl="0" indent="0" eaLnBrk="0" fontAlgn="base" hangingPunct="0">
              <a:lnSpc>
                <a:spcPct val="100000"/>
              </a:lnSpc>
              <a:spcBef>
                <a:spcPct val="0"/>
              </a:spcBef>
              <a:spcAft>
                <a:spcPct val="0"/>
              </a:spcAft>
              <a:buNone/>
            </a:pPr>
            <a:r>
              <a:rPr lang="en-US" sz="2400">
                <a:latin typeface="Times New Roman"/>
                <a:cs typeface="Times New Roman"/>
              </a:rPr>
              <a:t>network devices, such as TCP/IP, HTTP, FTP and SMTP.</a:t>
            </a:r>
            <a:endParaRPr lang="en-US" altLang="en-US" sz="2400" b="0" i="0" u="none" strike="noStrike" cap="none" normalizeH="0" baseline="0">
              <a:ln>
                <a:noFill/>
              </a:ln>
              <a:effectLst/>
              <a:latin typeface="Times New Roman"/>
              <a:cs typeface="Times New Roman"/>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b="0" i="0" u="none" strike="noStrike" cap="none" normalizeH="0" baseline="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9504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E4A7-D4DB-B3A1-82AF-7E7BAF298E91}"/>
              </a:ext>
            </a:extLst>
          </p:cNvPr>
          <p:cNvSpPr>
            <a:spLocks noGrp="1"/>
          </p:cNvSpPr>
          <p:nvPr>
            <p:ph type="title"/>
          </p:nvPr>
        </p:nvSpPr>
        <p:spPr/>
        <p:txBody>
          <a:bodyPr/>
          <a:lstStyle/>
          <a:p>
            <a:r>
              <a:rPr lang="en-IN"/>
              <a:t>Importance of networking</a:t>
            </a:r>
          </a:p>
        </p:txBody>
      </p:sp>
      <p:sp>
        <p:nvSpPr>
          <p:cNvPr id="3" name="Content Placeholder 2">
            <a:extLst>
              <a:ext uri="{FF2B5EF4-FFF2-40B4-BE49-F238E27FC236}">
                <a16:creationId xmlns:a16="http://schemas.microsoft.com/office/drawing/2014/main" id="{3AEBCED6-1B23-846C-E090-3D318DBC7FD0}"/>
              </a:ext>
            </a:extLst>
          </p:cNvPr>
          <p:cNvSpPr>
            <a:spLocks noGrp="1"/>
          </p:cNvSpPr>
          <p:nvPr>
            <p:ph idx="1"/>
          </p:nvPr>
        </p:nvSpPr>
        <p:spPr/>
        <p:txBody>
          <a:bodyPr/>
          <a:lstStyle/>
          <a:p>
            <a:r>
              <a:rPr lang="en-US" b="0" i="0">
                <a:solidFill>
                  <a:srgbClr val="273239"/>
                </a:solidFill>
                <a:effectLst/>
                <a:latin typeface="Nunito" pitchFamily="2" charset="0"/>
              </a:rPr>
              <a:t>A computer network allows for the sharing of resources such as printers, files, and data storage, as well as the ability to communicate with other computers and access the internet. Networking also enables collaboration between individuals and groups</a:t>
            </a:r>
            <a:r>
              <a:rPr lang="en-US">
                <a:solidFill>
                  <a:srgbClr val="273239"/>
                </a:solidFill>
                <a:latin typeface="Nunito" pitchFamily="2" charset="0"/>
              </a:rPr>
              <a:t> </a:t>
            </a:r>
            <a:r>
              <a:rPr lang="en-US" b="0" i="0">
                <a:solidFill>
                  <a:srgbClr val="273239"/>
                </a:solidFill>
                <a:effectLst/>
                <a:latin typeface="Nunito" pitchFamily="2" charset="0"/>
              </a:rPr>
              <a:t>and supports the transfer of data and information across a variety of platforms and devices.</a:t>
            </a:r>
            <a:r>
              <a:rPr lang="en-US" b="0" i="0">
                <a:effectLst/>
                <a:latin typeface="Times New Roman" panose="02020603050405020304" pitchFamily="18" charset="0"/>
                <a:cs typeface="Times New Roman" panose="02020603050405020304" pitchFamily="18" charset="0"/>
              </a:rPr>
              <a:t>.</a:t>
            </a:r>
          </a:p>
          <a:p>
            <a:r>
              <a:rPr lang="en-US">
                <a:latin typeface="Times New Roman" panose="02020603050405020304" pitchFamily="18" charset="0"/>
                <a:cs typeface="Times New Roman" panose="02020603050405020304" pitchFamily="18" charset="0"/>
              </a:rPr>
              <a:t>Resources</a:t>
            </a:r>
          </a:p>
          <a:p>
            <a:pPr lvl="1"/>
            <a:r>
              <a:rPr lang="en-US" b="0" i="0">
                <a:effectLst/>
                <a:latin typeface="Times New Roman" panose="02020603050405020304" pitchFamily="18" charset="0"/>
                <a:cs typeface="Times New Roman" panose="02020603050405020304" pitchFamily="18" charset="0"/>
              </a:rPr>
              <a:t>Printer</a:t>
            </a:r>
          </a:p>
          <a:p>
            <a:pPr lvl="1"/>
            <a:r>
              <a:rPr lang="en-US">
                <a:latin typeface="Times New Roman" panose="02020603050405020304" pitchFamily="18" charset="0"/>
                <a:cs typeface="Times New Roman" panose="02020603050405020304" pitchFamily="18" charset="0"/>
              </a:rPr>
              <a:t>File</a:t>
            </a:r>
          </a:p>
          <a:p>
            <a:pPr lvl="1"/>
            <a:r>
              <a:rPr lang="en-US" b="0" i="0">
                <a:effectLst/>
                <a:latin typeface="Times New Roman" panose="02020603050405020304" pitchFamily="18" charset="0"/>
                <a:cs typeface="Times New Roman" panose="02020603050405020304" pitchFamily="18" charset="0"/>
              </a:rPr>
              <a:t>User  </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207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D6451-6B47-E4A9-E067-28B341FE5C97}"/>
              </a:ext>
            </a:extLst>
          </p:cNvPr>
          <p:cNvSpPr>
            <a:spLocks noGrp="1"/>
          </p:cNvSpPr>
          <p:nvPr>
            <p:ph type="title"/>
          </p:nvPr>
        </p:nvSpPr>
        <p:spPr/>
        <p:txBody>
          <a:bodyPr/>
          <a:lstStyle/>
          <a:p>
            <a:r>
              <a:rPr lang="en-IN"/>
              <a:t>Network components</a:t>
            </a:r>
          </a:p>
        </p:txBody>
      </p:sp>
      <p:sp>
        <p:nvSpPr>
          <p:cNvPr id="3" name="Content Placeholder 2">
            <a:extLst>
              <a:ext uri="{FF2B5EF4-FFF2-40B4-BE49-F238E27FC236}">
                <a16:creationId xmlns:a16="http://schemas.microsoft.com/office/drawing/2014/main" id="{342C5F3A-93C8-AB1B-C18E-6C0319C6D945}"/>
              </a:ext>
            </a:extLst>
          </p:cNvPr>
          <p:cNvSpPr>
            <a:spLocks noGrp="1"/>
          </p:cNvSpPr>
          <p:nvPr>
            <p:ph idx="1"/>
          </p:nvPr>
        </p:nvSpPr>
        <p:spPr/>
        <p:txBody>
          <a:bodyPr/>
          <a:lstStyle/>
          <a:p>
            <a:pPr algn="l">
              <a:lnSpc>
                <a:spcPct val="100000"/>
              </a:lnSpc>
              <a:buNone/>
            </a:pPr>
            <a:r>
              <a:rPr lang="en-US" b="1" i="0">
                <a:effectLst/>
                <a:latin typeface="Times New Roman" panose="02020603050405020304" pitchFamily="18" charset="0"/>
                <a:cs typeface="Times New Roman" panose="02020603050405020304" pitchFamily="18" charset="0"/>
              </a:rPr>
              <a:t>Routers:</a:t>
            </a:r>
            <a:endParaRPr lang="en-US" b="0" i="0">
              <a:effectLst/>
              <a:latin typeface="Times New Roman" panose="02020603050405020304" pitchFamily="18" charset="0"/>
              <a:cs typeface="Times New Roman" panose="02020603050405020304" pitchFamily="18" charset="0"/>
            </a:endParaRPr>
          </a:p>
          <a:p>
            <a:pPr marL="0" indent="0" algn="l">
              <a:lnSpc>
                <a:spcPct val="100000"/>
              </a:lnSpc>
              <a:buNone/>
            </a:pPr>
            <a:r>
              <a:rPr lang="en-US" b="0" i="0">
                <a:effectLst/>
                <a:latin typeface="Times New Roman" panose="02020603050405020304" pitchFamily="18" charset="0"/>
                <a:cs typeface="Times New Roman" panose="02020603050405020304" pitchFamily="18" charset="0"/>
              </a:rPr>
              <a:t>Connect different networks, enabling communication between them. They choose the optimal path for data to travel. </a:t>
            </a:r>
          </a:p>
          <a:p>
            <a:pPr algn="l">
              <a:lnSpc>
                <a:spcPct val="100000"/>
              </a:lnSpc>
              <a:buNone/>
            </a:pPr>
            <a:r>
              <a:rPr lang="en-US" b="1" i="0">
                <a:effectLst/>
                <a:latin typeface="Times New Roman" panose="02020603050405020304" pitchFamily="18" charset="0"/>
                <a:cs typeface="Times New Roman" panose="02020603050405020304" pitchFamily="18" charset="0"/>
              </a:rPr>
              <a:t>Switches:</a:t>
            </a:r>
            <a:endParaRPr lang="en-US" b="0" i="0">
              <a:effectLst/>
              <a:latin typeface="Times New Roman" panose="02020603050405020304" pitchFamily="18" charset="0"/>
              <a:cs typeface="Times New Roman" panose="02020603050405020304" pitchFamily="18" charset="0"/>
            </a:endParaRPr>
          </a:p>
          <a:p>
            <a:pPr marL="0" indent="0" algn="l">
              <a:lnSpc>
                <a:spcPct val="100000"/>
              </a:lnSpc>
              <a:buNone/>
            </a:pPr>
            <a:r>
              <a:rPr lang="en-US" b="0" i="0">
                <a:effectLst/>
                <a:latin typeface="Times New Roman" panose="02020603050405020304" pitchFamily="18" charset="0"/>
                <a:cs typeface="Times New Roman" panose="02020603050405020304" pitchFamily="18" charset="0"/>
              </a:rPr>
              <a:t>Connect devices on a local area network (LAN), forwarding data packets to the intended recipient.</a:t>
            </a:r>
          </a:p>
          <a:p>
            <a:endParaRPr lang="en-IN"/>
          </a:p>
        </p:txBody>
      </p:sp>
      <p:pic>
        <p:nvPicPr>
          <p:cNvPr id="1026" name="Picture 2" descr="TL-WR940N | 450Mbps Wireless N Router | TP-Link India">
            <a:extLst>
              <a:ext uri="{FF2B5EF4-FFF2-40B4-BE49-F238E27FC236}">
                <a16:creationId xmlns:a16="http://schemas.microsoft.com/office/drawing/2014/main" id="{6AED789D-2030-DC07-1FC6-C35CE854F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6838" y="20206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TGEAR5-Port Gigabit Ethernet Unmanaged Essentials Switch (GS305) - Home  Network Hub, Office Ethernet Splitter, Plug-and-Play, Silent Operation">
            <a:extLst>
              <a:ext uri="{FF2B5EF4-FFF2-40B4-BE49-F238E27FC236}">
                <a16:creationId xmlns:a16="http://schemas.microsoft.com/office/drawing/2014/main" id="{65B87F1E-1838-03A2-C562-AF56D52A6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3885" y="4714874"/>
            <a:ext cx="1850571" cy="1850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797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BD20E-6A3A-DA09-93B3-075A5416DB41}"/>
              </a:ext>
            </a:extLst>
          </p:cNvPr>
          <p:cNvSpPr>
            <a:spLocks noGrp="1"/>
          </p:cNvSpPr>
          <p:nvPr>
            <p:ph type="title"/>
          </p:nvPr>
        </p:nvSpPr>
        <p:spPr/>
        <p:txBody>
          <a:bodyPr/>
          <a:lstStyle/>
          <a:p>
            <a:r>
              <a:rPr lang="en-US"/>
              <a:t>Network components…</a:t>
            </a:r>
            <a:endParaRPr lang="en-IN"/>
          </a:p>
        </p:txBody>
      </p:sp>
      <p:sp>
        <p:nvSpPr>
          <p:cNvPr id="3" name="Content Placeholder 2">
            <a:extLst>
              <a:ext uri="{FF2B5EF4-FFF2-40B4-BE49-F238E27FC236}">
                <a16:creationId xmlns:a16="http://schemas.microsoft.com/office/drawing/2014/main" id="{21A72E05-43D6-D4D0-5BEB-CBEB22CAC0C2}"/>
              </a:ext>
            </a:extLst>
          </p:cNvPr>
          <p:cNvSpPr>
            <a:spLocks noGrp="1"/>
          </p:cNvSpPr>
          <p:nvPr>
            <p:ph idx="1"/>
          </p:nvPr>
        </p:nvSpPr>
        <p:spPr/>
        <p:txBody>
          <a:bodyPr vert="horz" lIns="91440" tIns="45720" rIns="91440" bIns="45720" rtlCol="0" anchor="t">
            <a:normAutofit lnSpcReduction="10000"/>
          </a:bodyPr>
          <a:lstStyle/>
          <a:p>
            <a:pPr algn="l">
              <a:lnSpc>
                <a:spcPct val="100000"/>
              </a:lnSpc>
              <a:buNone/>
            </a:pPr>
            <a:r>
              <a:rPr lang="en-US" b="1" i="0">
                <a:effectLst/>
                <a:latin typeface="Google Sans"/>
                <a:cs typeface="Times New Roman"/>
              </a:rPr>
              <a:t>Firewalls:</a:t>
            </a:r>
            <a:endParaRPr lang="en-US" b="0" i="0">
              <a:effectLst/>
              <a:latin typeface="Google Sans"/>
              <a:cs typeface="Times New Roman"/>
            </a:endParaRPr>
          </a:p>
          <a:p>
            <a:pPr marL="0" indent="0" algn="l">
              <a:lnSpc>
                <a:spcPct val="100000"/>
              </a:lnSpc>
              <a:buNone/>
            </a:pPr>
            <a:r>
              <a:rPr lang="en-US" b="0" i="0">
                <a:effectLst/>
                <a:latin typeface="Google Sans"/>
                <a:cs typeface="Times New Roman"/>
              </a:rPr>
              <a:t>Protect networks from unauthorized access and malicious attacks</a:t>
            </a:r>
          </a:p>
          <a:p>
            <a:pPr marL="0" indent="0" algn="l">
              <a:lnSpc>
                <a:spcPct val="100000"/>
              </a:lnSpc>
              <a:buNone/>
            </a:pPr>
            <a:r>
              <a:rPr lang="en-US" b="1">
                <a:latin typeface="Google Sans"/>
                <a:cs typeface="Times New Roman"/>
              </a:rPr>
              <a:t>Network Interface Card(NIC):</a:t>
            </a:r>
          </a:p>
          <a:p>
            <a:pPr marL="0" indent="0">
              <a:lnSpc>
                <a:spcPct val="100000"/>
              </a:lnSpc>
              <a:buNone/>
            </a:pPr>
            <a:r>
              <a:rPr lang="en-US">
                <a:latin typeface="Google Sans"/>
                <a:cs typeface="Times New Roman"/>
              </a:rPr>
              <a:t>It allows </a:t>
            </a:r>
            <a:r>
              <a:rPr lang="en-US" b="0" i="0">
                <a:effectLst/>
                <a:latin typeface="Google Sans"/>
                <a:cs typeface="Times New Roman"/>
              </a:rPr>
              <a:t>devices to connect to a </a:t>
            </a:r>
            <a:r>
              <a:rPr lang="en-US">
                <a:latin typeface="Google Sans"/>
                <a:cs typeface="Times New Roman"/>
              </a:rPr>
              <a:t>network and to send and receive data over network using Ip address.</a:t>
            </a:r>
          </a:p>
          <a:p>
            <a:pPr algn="l">
              <a:lnSpc>
                <a:spcPct val="100000"/>
              </a:lnSpc>
              <a:buNone/>
            </a:pPr>
            <a:r>
              <a:rPr lang="en-US" b="1" i="0">
                <a:effectLst/>
                <a:latin typeface="Google Sans"/>
                <a:cs typeface="Times New Roman"/>
              </a:rPr>
              <a:t>Repeaters</a:t>
            </a:r>
            <a:r>
              <a:rPr lang="en-US" b="1">
                <a:latin typeface="Google Sans"/>
                <a:cs typeface="Times New Roman"/>
              </a:rPr>
              <a:t>:</a:t>
            </a:r>
            <a:endParaRPr lang="en-US" b="0" i="0">
              <a:effectLst/>
              <a:latin typeface="Google Sans"/>
              <a:cs typeface="Times New Roman"/>
            </a:endParaRPr>
          </a:p>
          <a:p>
            <a:pPr marL="0" indent="0" algn="l">
              <a:lnSpc>
                <a:spcPct val="100000"/>
              </a:lnSpc>
              <a:buNone/>
            </a:pPr>
            <a:r>
              <a:rPr lang="en-US" b="0" i="0">
                <a:effectLst/>
                <a:latin typeface="Google Sans"/>
                <a:cs typeface="Times New Roman"/>
              </a:rPr>
              <a:t>Amplify and retransmit network signals to extend the range of a network. </a:t>
            </a:r>
          </a:p>
          <a:p>
            <a:pPr marL="0" indent="0" algn="l">
              <a:lnSpc>
                <a:spcPct val="100000"/>
              </a:lnSpc>
              <a:buNone/>
            </a:pPr>
            <a:endParaRPr lang="en-US">
              <a:latin typeface="Google Sans"/>
            </a:endParaRPr>
          </a:p>
        </p:txBody>
      </p:sp>
      <p:pic>
        <p:nvPicPr>
          <p:cNvPr id="2050" name="Picture 2" descr="Network interface controller - Wikipedia">
            <a:extLst>
              <a:ext uri="{FF2B5EF4-FFF2-40B4-BE49-F238E27FC236}">
                <a16:creationId xmlns:a16="http://schemas.microsoft.com/office/drawing/2014/main" id="{F4F9CEE9-CA66-F733-1DFD-043CBE2B8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8629" y="3145971"/>
            <a:ext cx="1493270" cy="11042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ast Ethernet Repeater at best price in Bengaluru by Techsource Emerging  Info Technologies Private Limited | ID: 7323023891">
            <a:extLst>
              <a:ext uri="{FF2B5EF4-FFF2-40B4-BE49-F238E27FC236}">
                <a16:creationId xmlns:a16="http://schemas.microsoft.com/office/drawing/2014/main" id="{A9279452-BFDD-4FB7-B52A-D8975CE6B1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12828" y="5277993"/>
            <a:ext cx="1945821" cy="158000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irewall (networking) - Simple English Wikipedia, the free encyclopedia">
            <a:extLst>
              <a:ext uri="{FF2B5EF4-FFF2-40B4-BE49-F238E27FC236}">
                <a16:creationId xmlns:a16="http://schemas.microsoft.com/office/drawing/2014/main" id="{65CB8311-0D60-BB86-342E-1A2B1EB0B6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19458" y="681037"/>
            <a:ext cx="2246538" cy="1568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510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78A9F-809B-2BD2-BF08-78B94F4B3B86}"/>
              </a:ext>
            </a:extLst>
          </p:cNvPr>
          <p:cNvSpPr>
            <a:spLocks noGrp="1"/>
          </p:cNvSpPr>
          <p:nvPr>
            <p:ph type="title"/>
          </p:nvPr>
        </p:nvSpPr>
        <p:spPr/>
        <p:txBody>
          <a:bodyPr/>
          <a:lstStyle/>
          <a:p>
            <a:r>
              <a:rPr lang="en-US"/>
              <a:t>Network components</a:t>
            </a:r>
            <a:endParaRPr lang="en-IN"/>
          </a:p>
        </p:txBody>
      </p:sp>
      <p:sp>
        <p:nvSpPr>
          <p:cNvPr id="3" name="Content Placeholder 2">
            <a:extLst>
              <a:ext uri="{FF2B5EF4-FFF2-40B4-BE49-F238E27FC236}">
                <a16:creationId xmlns:a16="http://schemas.microsoft.com/office/drawing/2014/main" id="{16D5A8E5-52DA-C9DD-3871-5E5D1CFAE0C9}"/>
              </a:ext>
            </a:extLst>
          </p:cNvPr>
          <p:cNvSpPr>
            <a:spLocks noGrp="1"/>
          </p:cNvSpPr>
          <p:nvPr>
            <p:ph idx="1"/>
          </p:nvPr>
        </p:nvSpPr>
        <p:spPr/>
        <p:txBody>
          <a:bodyPr vert="horz" lIns="91440" tIns="45720" rIns="91440" bIns="45720" rtlCol="0" anchor="t">
            <a:normAutofit fontScale="92500"/>
          </a:bodyPr>
          <a:lstStyle/>
          <a:p>
            <a:pPr algn="l">
              <a:lnSpc>
                <a:spcPct val="100000"/>
              </a:lnSpc>
              <a:buNone/>
            </a:pPr>
            <a:r>
              <a:rPr lang="en-US" b="1" i="0">
                <a:effectLst/>
                <a:latin typeface="Times New Roman"/>
                <a:cs typeface="Times New Roman"/>
              </a:rPr>
              <a:t>Hubs:</a:t>
            </a:r>
            <a:endParaRPr lang="en-US" b="0" i="0">
              <a:effectLst/>
              <a:latin typeface="Times New Roman"/>
              <a:cs typeface="Times New Roman"/>
            </a:endParaRPr>
          </a:p>
          <a:p>
            <a:pPr marL="0" indent="0" algn="l">
              <a:lnSpc>
                <a:spcPct val="100000"/>
              </a:lnSpc>
              <a:buNone/>
            </a:pPr>
            <a:r>
              <a:rPr lang="en-US" b="0" i="0">
                <a:effectLst/>
                <a:latin typeface="Times New Roman" panose="02020603050405020304" pitchFamily="18" charset="0"/>
                <a:cs typeface="Times New Roman" panose="02020603050405020304" pitchFamily="18" charset="0"/>
              </a:rPr>
              <a:t>Connect multiple devices on a network, broadcasting data to all connected devices (less efficient than switches).</a:t>
            </a:r>
          </a:p>
          <a:p>
            <a:pPr algn="l">
              <a:lnSpc>
                <a:spcPct val="100000"/>
              </a:lnSpc>
              <a:buNone/>
            </a:pPr>
            <a:r>
              <a:rPr lang="en-US" b="1" i="0">
                <a:effectLst/>
                <a:latin typeface="Times New Roman"/>
                <a:cs typeface="Times New Roman"/>
              </a:rPr>
              <a:t>Bridges:</a:t>
            </a:r>
            <a:endParaRPr lang="en-US" b="0" i="0">
              <a:effectLst/>
              <a:latin typeface="Times New Roman"/>
              <a:cs typeface="Times New Roman"/>
            </a:endParaRPr>
          </a:p>
          <a:p>
            <a:pPr marL="0" indent="0">
              <a:lnSpc>
                <a:spcPct val="100000"/>
              </a:lnSpc>
              <a:buNone/>
            </a:pPr>
            <a:r>
              <a:rPr lang="en-US" b="0" i="0">
                <a:effectLst/>
                <a:latin typeface="Times New Roman"/>
                <a:cs typeface="Times New Roman"/>
              </a:rPr>
              <a:t>Connect </a:t>
            </a:r>
            <a:r>
              <a:rPr lang="en-US">
                <a:latin typeface="Times New Roman"/>
                <a:cs typeface="Times New Roman"/>
              </a:rPr>
              <a:t>different</a:t>
            </a:r>
            <a:r>
              <a:rPr lang="en-US" b="0" i="0">
                <a:effectLst/>
                <a:latin typeface="Times New Roman"/>
                <a:cs typeface="Times New Roman"/>
              </a:rPr>
              <a:t> networks, filtering traffic based on network addresses. </a:t>
            </a:r>
            <a:endParaRPr lang="en-US"/>
          </a:p>
          <a:p>
            <a:pPr algn="l">
              <a:lnSpc>
                <a:spcPct val="100000"/>
              </a:lnSpc>
              <a:buNone/>
            </a:pPr>
            <a:r>
              <a:rPr lang="en-US" b="1" i="0">
                <a:effectLst/>
                <a:latin typeface="Times New Roman"/>
                <a:cs typeface="Times New Roman"/>
              </a:rPr>
              <a:t>Gateways: </a:t>
            </a:r>
            <a:endParaRPr lang="en-US" b="0" i="0">
              <a:effectLst/>
              <a:latin typeface="Times New Roman"/>
              <a:cs typeface="Times New Roman"/>
            </a:endParaRPr>
          </a:p>
          <a:p>
            <a:pPr marL="0" indent="0" algn="l">
              <a:lnSpc>
                <a:spcPct val="100000"/>
              </a:lnSpc>
              <a:buNone/>
            </a:pPr>
            <a:r>
              <a:rPr lang="en-US" b="0" i="0">
                <a:effectLst/>
                <a:latin typeface="Times New Roman" panose="02020603050405020304" pitchFamily="18" charset="0"/>
                <a:cs typeface="Times New Roman" panose="02020603050405020304" pitchFamily="18" charset="0"/>
              </a:rPr>
              <a:t>Facilitate communication between networks, especially between a local network and the internet. </a:t>
            </a:r>
          </a:p>
          <a:p>
            <a:pPr>
              <a:lnSpc>
                <a:spcPct val="100000"/>
              </a:lnSpc>
            </a:pPr>
            <a:endParaRPr lang="en-IN">
              <a:latin typeface="Times New Roman" panose="02020603050405020304" pitchFamily="18" charset="0"/>
              <a:cs typeface="Times New Roman" panose="02020603050405020304" pitchFamily="18" charset="0"/>
            </a:endParaRPr>
          </a:p>
        </p:txBody>
      </p:sp>
      <p:pic>
        <p:nvPicPr>
          <p:cNvPr id="8194" name="Picture 2" descr="A Closer Look At Hub, Switch And Router - News - FOCC Fiber Co. LTD">
            <a:extLst>
              <a:ext uri="{FF2B5EF4-FFF2-40B4-BE49-F238E27FC236}">
                <a16:creationId xmlns:a16="http://schemas.microsoft.com/office/drawing/2014/main" id="{2A18354B-F1C2-3B15-58D8-F5E9BE1AD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868" y="963838"/>
            <a:ext cx="1860098" cy="930049"/>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ecure bridge network device For Your Home &amp; Office - Alibaba.com">
            <a:extLst>
              <a:ext uri="{FF2B5EF4-FFF2-40B4-BE49-F238E27FC236}">
                <a16:creationId xmlns:a16="http://schemas.microsoft.com/office/drawing/2014/main" id="{DF66CCC7-F46B-4F58-D27A-4169DB55C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0242" y="459674"/>
            <a:ext cx="1646466" cy="164646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Network Gateway in Bengaluru, Karnataka | Network Gateway, Firewall Gateway  Price in Bengaluru">
            <a:extLst>
              <a:ext uri="{FF2B5EF4-FFF2-40B4-BE49-F238E27FC236}">
                <a16:creationId xmlns:a16="http://schemas.microsoft.com/office/drawing/2014/main" id="{9F706840-5AD2-E298-9BDD-C9C74114BC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21624" y="5581650"/>
            <a:ext cx="1190625" cy="119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76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682C9-F63F-8100-8779-785723FFA3C4}"/>
              </a:ext>
            </a:extLst>
          </p:cNvPr>
          <p:cNvSpPr>
            <a:spLocks noGrp="1"/>
          </p:cNvSpPr>
          <p:nvPr>
            <p:ph type="title"/>
          </p:nvPr>
        </p:nvSpPr>
        <p:spPr/>
        <p:txBody>
          <a:bodyPr/>
          <a:lstStyle/>
          <a:p>
            <a:r>
              <a:rPr lang="en-US"/>
              <a:t>Wireless routers</a:t>
            </a:r>
            <a:endParaRPr lang="en-IN"/>
          </a:p>
        </p:txBody>
      </p:sp>
      <p:sp>
        <p:nvSpPr>
          <p:cNvPr id="3" name="Content Placeholder 2">
            <a:extLst>
              <a:ext uri="{FF2B5EF4-FFF2-40B4-BE49-F238E27FC236}">
                <a16:creationId xmlns:a16="http://schemas.microsoft.com/office/drawing/2014/main" id="{548CB0B6-A19D-B523-17B6-B0F476A0C7E2}"/>
              </a:ext>
            </a:extLst>
          </p:cNvPr>
          <p:cNvSpPr>
            <a:spLocks noGrp="1"/>
          </p:cNvSpPr>
          <p:nvPr>
            <p:ph idx="1"/>
          </p:nvPr>
        </p:nvSpPr>
        <p:spPr/>
        <p:txBody>
          <a:bodyPr>
            <a:normAutofit/>
          </a:bodyPr>
          <a:lstStyle/>
          <a:p>
            <a:pPr fontAlgn="base"/>
            <a:r>
              <a:rPr lang="en-US">
                <a:latin typeface="Times New Roman" panose="02020603050405020304" pitchFamily="18" charset="0"/>
                <a:cs typeface="Times New Roman" panose="02020603050405020304" pitchFamily="18" charset="0"/>
              </a:rPr>
              <a:t>Wireless routers are hardware devices that Internet service providers use to connect you to their cable or </a:t>
            </a:r>
            <a:r>
              <a:rPr lang="en-US" err="1">
                <a:latin typeface="Times New Roman" panose="02020603050405020304" pitchFamily="18" charset="0"/>
                <a:cs typeface="Times New Roman" panose="02020603050405020304" pitchFamily="18" charset="0"/>
              </a:rPr>
              <a:t>xDSL</a:t>
            </a:r>
            <a:r>
              <a:rPr lang="en-US">
                <a:latin typeface="Times New Roman" panose="02020603050405020304" pitchFamily="18" charset="0"/>
                <a:cs typeface="Times New Roman" panose="02020603050405020304" pitchFamily="18" charset="0"/>
              </a:rPr>
              <a:t> Internet network. A wireless router, also called a Wi-Fi router, combines the networking functions of a wireless access point and a router.</a:t>
            </a:r>
          </a:p>
          <a:p>
            <a:pPr fontAlgn="base"/>
            <a:r>
              <a:rPr lang="en-US" err="1">
                <a:latin typeface="Times New Roman" panose="02020603050405020304" pitchFamily="18" charset="0"/>
                <a:cs typeface="Times New Roman" panose="02020603050405020304" pitchFamily="18" charset="0"/>
              </a:rPr>
              <a:t>xDSL</a:t>
            </a:r>
            <a:r>
              <a:rPr lang="en-US">
                <a:latin typeface="Times New Roman" panose="02020603050405020304" pitchFamily="18" charset="0"/>
                <a:cs typeface="Times New Roman" panose="02020603050405020304" pitchFamily="18" charset="0"/>
              </a:rPr>
              <a:t>, or "any Digital Subscriber Line," is a family of high-speed internet technologies that transmit data over existing copper telephone lines</a:t>
            </a:r>
          </a:p>
          <a:p>
            <a:pPr marL="0" indent="0">
              <a:buNone/>
            </a:pPr>
            <a:endParaRPr lang="en-IN">
              <a:latin typeface="Times New Roman" panose="02020603050405020304" pitchFamily="18" charset="0"/>
              <a:cs typeface="Times New Roman" panose="02020603050405020304" pitchFamily="18" charset="0"/>
            </a:endParaRPr>
          </a:p>
        </p:txBody>
      </p:sp>
      <p:pic>
        <p:nvPicPr>
          <p:cNvPr id="1026" name="Picture 2" descr="TL-WR940N | 450Mbps Wireless N Router | TP-Link India">
            <a:extLst>
              <a:ext uri="{FF2B5EF4-FFF2-40B4-BE49-F238E27FC236}">
                <a16:creationId xmlns:a16="http://schemas.microsoft.com/office/drawing/2014/main" id="{E2B50D9F-D3C8-DFFE-5D24-B8E4F1544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7103" y="468698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580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F33F-366A-BDA0-0983-8F009E878FEA}"/>
              </a:ext>
            </a:extLst>
          </p:cNvPr>
          <p:cNvSpPr>
            <a:spLocks noGrp="1"/>
          </p:cNvSpPr>
          <p:nvPr>
            <p:ph type="title"/>
          </p:nvPr>
        </p:nvSpPr>
        <p:spPr/>
        <p:txBody>
          <a:bodyPr/>
          <a:lstStyle/>
          <a:p>
            <a:r>
              <a:rPr lang="en-IN"/>
              <a:t>IDS/IPS</a:t>
            </a:r>
          </a:p>
        </p:txBody>
      </p:sp>
      <p:sp>
        <p:nvSpPr>
          <p:cNvPr id="3" name="Content Placeholder 2">
            <a:extLst>
              <a:ext uri="{FF2B5EF4-FFF2-40B4-BE49-F238E27FC236}">
                <a16:creationId xmlns:a16="http://schemas.microsoft.com/office/drawing/2014/main" id="{A42E0702-F058-2B0A-89DE-EF97CE685227}"/>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Intrusion Detection Systems (IDS) and Intrusion Prevention Systems (IPS) are tools used to monitor and protect networks from malicious activity. While both analyze network traffic, IDS primarily alerts about suspicious activity, while IPS proactively blocks or prevents identified threats. IPS are essentially an advanced version of IDS, with the added capability of taking action to mitigate detected threats. </a:t>
            </a:r>
            <a:endParaRPr lang="en-IN">
              <a:latin typeface="Times New Roman" panose="02020603050405020304" pitchFamily="18" charset="0"/>
              <a:cs typeface="Times New Roman" panose="02020603050405020304" pitchFamily="18" charset="0"/>
            </a:endParaRPr>
          </a:p>
        </p:txBody>
      </p:sp>
      <p:pic>
        <p:nvPicPr>
          <p:cNvPr id="6146" name="Picture 2" descr="IDS vs. IPS: Key Difference and Similarities">
            <a:extLst>
              <a:ext uri="{FF2B5EF4-FFF2-40B4-BE49-F238E27FC236}">
                <a16:creationId xmlns:a16="http://schemas.microsoft.com/office/drawing/2014/main" id="{1D7A799A-F610-9FE1-0B88-C8DB29438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4432" y="4552695"/>
            <a:ext cx="6455228" cy="2760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940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F4544-BF1C-2F3E-9586-F3894A09CD8E}"/>
              </a:ext>
            </a:extLst>
          </p:cNvPr>
          <p:cNvSpPr>
            <a:spLocks noGrp="1"/>
          </p:cNvSpPr>
          <p:nvPr>
            <p:ph type="title"/>
          </p:nvPr>
        </p:nvSpPr>
        <p:spPr/>
        <p:txBody>
          <a:bodyPr/>
          <a:lstStyle/>
          <a:p>
            <a:r>
              <a:rPr lang="en-IN"/>
              <a:t>Load balancer</a:t>
            </a:r>
          </a:p>
        </p:txBody>
      </p:sp>
      <p:sp>
        <p:nvSpPr>
          <p:cNvPr id="3" name="Content Placeholder 2">
            <a:extLst>
              <a:ext uri="{FF2B5EF4-FFF2-40B4-BE49-F238E27FC236}">
                <a16:creationId xmlns:a16="http://schemas.microsoft.com/office/drawing/2014/main" id="{325A9F57-2ACE-8AFE-F40E-CD2DAF397E58}"/>
              </a:ext>
            </a:extLst>
          </p:cNvPr>
          <p:cNvSpPr>
            <a:spLocks noGrp="1"/>
          </p:cNvSpPr>
          <p:nvPr>
            <p:ph idx="1"/>
          </p:nvPr>
        </p:nvSpPr>
        <p:spPr/>
        <p:txBody>
          <a:bodyPr vert="horz" lIns="91440" tIns="45720" rIns="91440" bIns="45720" rtlCol="0" anchor="t">
            <a:normAutofit/>
          </a:bodyPr>
          <a:lstStyle/>
          <a:p>
            <a:pPr marL="0" indent="0">
              <a:buNone/>
            </a:pPr>
            <a:r>
              <a:rPr lang="en-US" b="0" i="0">
                <a:effectLst/>
                <a:latin typeface="Times New Roman"/>
                <a:cs typeface="Times New Roman"/>
              </a:rPr>
              <a:t>A load balancer  or software component that distributes network traffic across multiple servers. It acts as a traffic director, routing client requests to the appropriate backend servers to ensure optimal performance, reliability, and scalability. </a:t>
            </a:r>
            <a:endParaRPr lang="en-IN">
              <a:latin typeface="Times New Roman"/>
              <a:cs typeface="Times New Roman"/>
            </a:endParaRPr>
          </a:p>
        </p:txBody>
      </p:sp>
      <p:pic>
        <p:nvPicPr>
          <p:cNvPr id="3074" name="Picture 2" descr="Load Balancer | Types of Load Balancers | Benefits of Load ...">
            <a:extLst>
              <a:ext uri="{FF2B5EF4-FFF2-40B4-BE49-F238E27FC236}">
                <a16:creationId xmlns:a16="http://schemas.microsoft.com/office/drawing/2014/main" id="{16EB6F46-7C85-558F-5D89-B2BD651A74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8149" y="3884247"/>
            <a:ext cx="4946157" cy="2976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005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071B-24DE-B31C-A6E7-C602B2ABE3B3}"/>
              </a:ext>
            </a:extLst>
          </p:cNvPr>
          <p:cNvSpPr>
            <a:spLocks noGrp="1"/>
          </p:cNvSpPr>
          <p:nvPr>
            <p:ph type="title"/>
          </p:nvPr>
        </p:nvSpPr>
        <p:spPr/>
        <p:txBody>
          <a:bodyPr/>
          <a:lstStyle/>
          <a:p>
            <a:r>
              <a:rPr lang="en-IN"/>
              <a:t>Proxy</a:t>
            </a:r>
          </a:p>
        </p:txBody>
      </p:sp>
      <p:sp>
        <p:nvSpPr>
          <p:cNvPr id="3" name="Content Placeholder 2">
            <a:extLst>
              <a:ext uri="{FF2B5EF4-FFF2-40B4-BE49-F238E27FC236}">
                <a16:creationId xmlns:a16="http://schemas.microsoft.com/office/drawing/2014/main" id="{8BDDEAE0-764F-D6DE-51EF-EC58BFF9CDAA}"/>
              </a:ext>
            </a:extLst>
          </p:cNvPr>
          <p:cNvSpPr>
            <a:spLocks noGrp="1"/>
          </p:cNvSpPr>
          <p:nvPr>
            <p:ph idx="1"/>
          </p:nvPr>
        </p:nvSpPr>
        <p:spPr>
          <a:xfrm>
            <a:off x="960120" y="1673352"/>
            <a:ext cx="10168128" cy="4498848"/>
          </a:xfrm>
        </p:spPr>
        <p:txBody>
          <a:bodyPr/>
          <a:lstStyle/>
          <a:p>
            <a:r>
              <a:rPr lang="en-US" b="0" i="0">
                <a:effectLst/>
                <a:latin typeface="Times New Roman" panose="02020603050405020304" pitchFamily="18" charset="0"/>
                <a:cs typeface="Times New Roman" panose="02020603050405020304" pitchFamily="18" charset="0"/>
              </a:rPr>
              <a:t>Proxy is a server that acts as an intermediary between a client and another server.  This can provide benefits like:</a:t>
            </a:r>
          </a:p>
          <a:p>
            <a:r>
              <a:rPr lang="en-US" b="0" i="0">
                <a:effectLst/>
                <a:latin typeface="Times New Roman" panose="02020603050405020304" pitchFamily="18" charset="0"/>
                <a:cs typeface="Times New Roman" panose="02020603050405020304" pitchFamily="18" charset="0"/>
              </a:rPr>
              <a:t> privacy,</a:t>
            </a:r>
          </a:p>
          <a:p>
            <a:r>
              <a:rPr lang="en-US" b="0" i="0">
                <a:effectLst/>
                <a:latin typeface="Times New Roman" panose="02020603050405020304" pitchFamily="18" charset="0"/>
                <a:cs typeface="Times New Roman" panose="02020603050405020304" pitchFamily="18" charset="0"/>
              </a:rPr>
              <a:t> enhanced security, </a:t>
            </a:r>
            <a:endParaRPr lang="en-US"/>
          </a:p>
          <a:p>
            <a:r>
              <a:rPr lang="en-US" b="0" i="0">
                <a:effectLst/>
                <a:latin typeface="Times New Roman" panose="02020603050405020304" pitchFamily="18" charset="0"/>
                <a:cs typeface="Times New Roman" panose="02020603050405020304" pitchFamily="18" charset="0"/>
              </a:rPr>
              <a:t> improved performance. </a:t>
            </a:r>
          </a:p>
        </p:txBody>
      </p:sp>
      <p:pic>
        <p:nvPicPr>
          <p:cNvPr id="1026" name="Picture 2" descr="How to Find Your Proxy Server Address: A Step-by-Step Guide">
            <a:extLst>
              <a:ext uri="{FF2B5EF4-FFF2-40B4-BE49-F238E27FC236}">
                <a16:creationId xmlns:a16="http://schemas.microsoft.com/office/drawing/2014/main" id="{8196526C-B54F-13FD-C1F4-D29F088E33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22" t="25831" r="2179" b="18686"/>
          <a:stretch>
            <a:fillRect/>
          </a:stretch>
        </p:blipFill>
        <p:spPr bwMode="auto">
          <a:xfrm>
            <a:off x="2320581" y="4043943"/>
            <a:ext cx="5499300" cy="1968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455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058D3-5A3D-9A3E-570B-4243F42FF132}"/>
              </a:ext>
            </a:extLst>
          </p:cNvPr>
          <p:cNvSpPr>
            <a:spLocks noGrp="1"/>
          </p:cNvSpPr>
          <p:nvPr>
            <p:ph type="title"/>
          </p:nvPr>
        </p:nvSpPr>
        <p:spPr>
          <a:xfrm>
            <a:off x="1069848" y="240401"/>
            <a:ext cx="10058400" cy="1609344"/>
          </a:xfrm>
        </p:spPr>
        <p:txBody>
          <a:bodyPr/>
          <a:lstStyle/>
          <a:p>
            <a:r>
              <a:rPr lang="en-IN"/>
              <a:t>Wireless AP</a:t>
            </a:r>
          </a:p>
        </p:txBody>
      </p:sp>
      <p:sp>
        <p:nvSpPr>
          <p:cNvPr id="3" name="Content Placeholder 2">
            <a:extLst>
              <a:ext uri="{FF2B5EF4-FFF2-40B4-BE49-F238E27FC236}">
                <a16:creationId xmlns:a16="http://schemas.microsoft.com/office/drawing/2014/main" id="{5C90E969-BA79-0B18-E6A1-4CC767C37BF2}"/>
              </a:ext>
            </a:extLst>
          </p:cNvPr>
          <p:cNvSpPr>
            <a:spLocks noGrp="1"/>
          </p:cNvSpPr>
          <p:nvPr>
            <p:ph idx="1"/>
          </p:nvPr>
        </p:nvSpPr>
        <p:spPr>
          <a:xfrm>
            <a:off x="1069848" y="1711100"/>
            <a:ext cx="10058400" cy="4050792"/>
          </a:xfrm>
        </p:spPr>
        <p:txBody>
          <a:bodyPr/>
          <a:lstStyle/>
          <a:p>
            <a:pPr marL="0" indent="0">
              <a:buNone/>
            </a:pPr>
            <a:r>
              <a:rPr lang="en-US" b="0" i="0">
                <a:effectLst/>
                <a:latin typeface="Times New Roman" panose="02020603050405020304" pitchFamily="18" charset="0"/>
                <a:cs typeface="Times New Roman" panose="02020603050405020304" pitchFamily="18" charset="0"/>
              </a:rPr>
              <a:t>Wireless Access Point (WAP) is a networking device that allows connecting the devices with the wired network. A Wireless Access Point (WAP) is used to create the WLAN (Wireless Local Area Network. which increases productivity and reduces the infrastructure cost.</a:t>
            </a:r>
            <a:endParaRPr lang="en-IN">
              <a:latin typeface="Times New Roman" panose="02020603050405020304" pitchFamily="18" charset="0"/>
              <a:cs typeface="Times New Roman" panose="02020603050405020304" pitchFamily="18" charset="0"/>
            </a:endParaRPr>
          </a:p>
        </p:txBody>
      </p:sp>
      <p:pic>
        <p:nvPicPr>
          <p:cNvPr id="4100" name="Picture 4" descr="The Benefits Of Installing a Wireless Access Point - Techno Eye">
            <a:extLst>
              <a:ext uri="{FF2B5EF4-FFF2-40B4-BE49-F238E27FC236}">
                <a16:creationId xmlns:a16="http://schemas.microsoft.com/office/drawing/2014/main" id="{789CC8AB-16F6-EAB0-44BF-7A6B16DF8F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275" y="4149970"/>
            <a:ext cx="3614055" cy="2710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843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BCB66-C2BA-3AB9-C2C7-98EFE3501047}"/>
              </a:ext>
            </a:extLst>
          </p:cNvPr>
          <p:cNvSpPr>
            <a:spLocks noGrp="1"/>
          </p:cNvSpPr>
          <p:nvPr>
            <p:ph type="title"/>
          </p:nvPr>
        </p:nvSpPr>
        <p:spPr/>
        <p:txBody>
          <a:bodyPr/>
          <a:lstStyle/>
          <a:p>
            <a:r>
              <a:rPr lang="en-IN"/>
              <a:t>Networking standards…</a:t>
            </a:r>
          </a:p>
        </p:txBody>
      </p:sp>
      <p:sp>
        <p:nvSpPr>
          <p:cNvPr id="4" name="Rectangle 1">
            <a:extLst>
              <a:ext uri="{FF2B5EF4-FFF2-40B4-BE49-F238E27FC236}">
                <a16:creationId xmlns:a16="http://schemas.microsoft.com/office/drawing/2014/main" id="{CC7382A5-14A6-33E1-96B2-DCDAC3988EFE}"/>
              </a:ext>
            </a:extLst>
          </p:cNvPr>
          <p:cNvSpPr>
            <a:spLocks noGrp="1" noChangeArrowheads="1"/>
          </p:cNvSpPr>
          <p:nvPr>
            <p:ph idx="1"/>
          </p:nvPr>
        </p:nvSpPr>
        <p:spPr bwMode="auto">
          <a:xfrm>
            <a:off x="749808" y="1887453"/>
            <a:ext cx="9994392" cy="49320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a:ln>
                  <a:noFill/>
                </a:ln>
                <a:effectLst/>
                <a:latin typeface="Times New Roman" panose="02020603050405020304" pitchFamily="18" charset="0"/>
                <a:cs typeface="Times New Roman" panose="02020603050405020304" pitchFamily="18" charset="0"/>
              </a:rPr>
              <a:t>OSI Model: theory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a:ln>
                  <a:noFill/>
                </a:ln>
                <a:effectLst/>
                <a:latin typeface="Times New Roman" panose="02020603050405020304" pitchFamily="18" charset="0"/>
                <a:cs typeface="Times New Roman" panose="02020603050405020304" pitchFamily="18" charset="0"/>
              </a:rPr>
              <a:t>Another framework for understanding network communication,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a:ln>
                  <a:noFill/>
                </a:ln>
                <a:effectLst/>
                <a:latin typeface="Times New Roman" panose="02020603050405020304" pitchFamily="18" charset="0"/>
                <a:cs typeface="Times New Roman" panose="02020603050405020304" pitchFamily="18" charset="0"/>
              </a:rPr>
              <a:t>with seven layers that define different aspects of network communication.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a:ln>
                <a:noFill/>
              </a:ln>
              <a:effectLst/>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b="1"/>
              <a:t>TCP/IP Model: working </a:t>
            </a:r>
          </a:p>
          <a:p>
            <a:pPr marL="0" lvl="0" indent="0" eaLnBrk="0" fontAlgn="base" hangingPunct="0">
              <a:lnSpc>
                <a:spcPct val="100000"/>
              </a:lnSpc>
              <a:spcBef>
                <a:spcPct val="0"/>
              </a:spcBef>
              <a:spcAft>
                <a:spcPct val="0"/>
              </a:spcAft>
              <a:buClrTx/>
              <a:buSzTx/>
              <a:buNone/>
            </a:pPr>
            <a:r>
              <a:rPr lang="en-US" altLang="en-US"/>
              <a:t>A widely used model for understanding network communication,</a:t>
            </a:r>
          </a:p>
          <a:p>
            <a:pPr marL="0" lvl="0" indent="0" eaLnBrk="0" fontAlgn="base" hangingPunct="0">
              <a:lnSpc>
                <a:spcPct val="100000"/>
              </a:lnSpc>
              <a:spcBef>
                <a:spcPct val="0"/>
              </a:spcBef>
              <a:spcAft>
                <a:spcPct val="0"/>
              </a:spcAft>
              <a:buClrTx/>
              <a:buSzTx/>
              <a:buNone/>
            </a:pPr>
            <a:r>
              <a:rPr lang="en-US" altLang="en-US"/>
              <a:t> defining layers of protocols and standards</a:t>
            </a:r>
          </a:p>
          <a:p>
            <a:pPr marL="0" lvl="0" indent="0" eaLnBrk="0" fontAlgn="base" hangingPunct="0">
              <a:lnSpc>
                <a:spcPct val="100000"/>
              </a:lnSpc>
              <a:spcBef>
                <a:spcPct val="0"/>
              </a:spcBef>
              <a:spcAft>
                <a:spcPct val="0"/>
              </a:spcAft>
              <a:buClrTx/>
              <a:buSzTx/>
              <a:buNone/>
            </a:pPr>
            <a:endParaRPr kumimoji="0" lang="en-US" altLang="en-US" i="0" u="none" strike="noStrike" cap="none" normalizeH="0" baseline="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0894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CC579-AC6C-3A9F-2FB6-42E017AF330F}"/>
              </a:ext>
            </a:extLst>
          </p:cNvPr>
          <p:cNvSpPr>
            <a:spLocks noGrp="1"/>
          </p:cNvSpPr>
          <p:nvPr>
            <p:ph type="title"/>
          </p:nvPr>
        </p:nvSpPr>
        <p:spPr/>
        <p:txBody>
          <a:bodyPr/>
          <a:lstStyle/>
          <a:p>
            <a:r>
              <a:rPr lang="en-IN"/>
              <a:t>Wireless LAN controller</a:t>
            </a:r>
          </a:p>
        </p:txBody>
      </p:sp>
      <p:sp>
        <p:nvSpPr>
          <p:cNvPr id="3" name="Content Placeholder 2">
            <a:extLst>
              <a:ext uri="{FF2B5EF4-FFF2-40B4-BE49-F238E27FC236}">
                <a16:creationId xmlns:a16="http://schemas.microsoft.com/office/drawing/2014/main" id="{A658B0D2-AB6E-6E42-0BB3-2471E214035A}"/>
              </a:ext>
            </a:extLst>
          </p:cNvPr>
          <p:cNvSpPr>
            <a:spLocks noGrp="1"/>
          </p:cNvSpPr>
          <p:nvPr>
            <p:ph idx="1"/>
          </p:nvPr>
        </p:nvSpPr>
        <p:spPr/>
        <p:txBody>
          <a:bodyPr/>
          <a:lstStyle/>
          <a:p>
            <a:pPr marL="0" indent="0">
              <a:buNone/>
            </a:pPr>
            <a:r>
              <a:rPr lang="en-US"/>
              <a:t>A wireless LAN controller, or WLAN controller, monitors and manages wireless access points in bulk and allows wireless devices to connect to WLAN, a wireless network architecture. As a centralized device in the network, the wireless LAN controller is usually located at the data center, to which all the wireless APs on the network are directly or indirectly connected.</a:t>
            </a:r>
            <a:endParaRPr lang="en-IN"/>
          </a:p>
        </p:txBody>
      </p:sp>
      <p:pic>
        <p:nvPicPr>
          <p:cNvPr id="4098" name="Picture 2" descr="What Is WLC in Networking and Why Is It ...">
            <a:extLst>
              <a:ext uri="{FF2B5EF4-FFF2-40B4-BE49-F238E27FC236}">
                <a16:creationId xmlns:a16="http://schemas.microsoft.com/office/drawing/2014/main" id="{23069469-66AA-2A69-1A34-760CA15612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1950" y="4058854"/>
            <a:ext cx="4133850" cy="2740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279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3E0C-07F1-C556-A851-3655A80CDC81}"/>
              </a:ext>
            </a:extLst>
          </p:cNvPr>
          <p:cNvSpPr>
            <a:spLocks noGrp="1"/>
          </p:cNvSpPr>
          <p:nvPr>
            <p:ph type="title"/>
          </p:nvPr>
        </p:nvSpPr>
        <p:spPr/>
        <p:txBody>
          <a:bodyPr/>
          <a:lstStyle/>
          <a:p>
            <a:r>
              <a:rPr lang="en-IN"/>
              <a:t>What is the job of a switch</a:t>
            </a:r>
          </a:p>
        </p:txBody>
      </p:sp>
      <p:sp>
        <p:nvSpPr>
          <p:cNvPr id="3" name="Content Placeholder 2">
            <a:extLst>
              <a:ext uri="{FF2B5EF4-FFF2-40B4-BE49-F238E27FC236}">
                <a16:creationId xmlns:a16="http://schemas.microsoft.com/office/drawing/2014/main" id="{0E3AD7D3-FB80-F893-B55B-E3ECB212CDAC}"/>
              </a:ext>
            </a:extLst>
          </p:cNvPr>
          <p:cNvSpPr>
            <a:spLocks noGrp="1"/>
          </p:cNvSpPr>
          <p:nvPr>
            <p:ph idx="1"/>
          </p:nvPr>
        </p:nvSpPr>
        <p:spPr/>
        <p:txBody>
          <a:bodyPr vert="horz" lIns="91440" tIns="45720" rIns="91440" bIns="45720" rtlCol="0" anchor="t">
            <a:normAutofit/>
          </a:bodyPr>
          <a:lstStyle/>
          <a:p>
            <a:pPr>
              <a:buClr>
                <a:srgbClr val="9E3611"/>
              </a:buClr>
            </a:pPr>
            <a:r>
              <a:rPr lang="en-US">
                <a:latin typeface="Times New Roman"/>
                <a:cs typeface="Times New Roman"/>
              </a:rPr>
              <a:t>Switches are devices that connect devices within a network. Switching uses switches to forward data from one device to another. </a:t>
            </a:r>
            <a:endParaRPr lang="en-IN">
              <a:latin typeface="Times New Roman" panose="02020603050405020304" pitchFamily="18" charset="0"/>
              <a:cs typeface="Times New Roman" panose="02020603050405020304" pitchFamily="18" charset="0"/>
            </a:endParaRPr>
          </a:p>
        </p:txBody>
      </p:sp>
      <p:pic>
        <p:nvPicPr>
          <p:cNvPr id="2050" name="Picture 2" descr="What is a Network Switch and How Does it Work? Explained">
            <a:extLst>
              <a:ext uri="{FF2B5EF4-FFF2-40B4-BE49-F238E27FC236}">
                <a16:creationId xmlns:a16="http://schemas.microsoft.com/office/drawing/2014/main" id="{5CA5A1B7-37BE-2E68-7AB4-BFBF70915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3068" y="3813209"/>
            <a:ext cx="5356823" cy="2790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620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D266-8C2A-4DF1-D62F-F149CFB8848C}"/>
              </a:ext>
            </a:extLst>
          </p:cNvPr>
          <p:cNvSpPr>
            <a:spLocks noGrp="1"/>
          </p:cNvSpPr>
          <p:nvPr>
            <p:ph type="title"/>
          </p:nvPr>
        </p:nvSpPr>
        <p:spPr/>
        <p:txBody>
          <a:bodyPr/>
          <a:lstStyle/>
          <a:p>
            <a:r>
              <a:rPr lang="en-IN"/>
              <a:t>What are routers</a:t>
            </a:r>
          </a:p>
        </p:txBody>
      </p:sp>
      <p:sp>
        <p:nvSpPr>
          <p:cNvPr id="3" name="Content Placeholder 2">
            <a:extLst>
              <a:ext uri="{FF2B5EF4-FFF2-40B4-BE49-F238E27FC236}">
                <a16:creationId xmlns:a16="http://schemas.microsoft.com/office/drawing/2014/main" id="{4D4DD012-01BD-9D97-1B25-9D295866EA0C}"/>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Routers are devices that connect networks together. Routing uses routing protocols, which are specialized algorithms that help routers determine the best path to take data from one network to another. </a:t>
            </a:r>
            <a:endParaRPr lang="en-IN">
              <a:latin typeface="Times New Roman" panose="02020603050405020304" pitchFamily="18" charset="0"/>
              <a:cs typeface="Times New Roman" panose="02020603050405020304" pitchFamily="18" charset="0"/>
            </a:endParaRPr>
          </a:p>
        </p:txBody>
      </p:sp>
      <p:pic>
        <p:nvPicPr>
          <p:cNvPr id="3074" name="Picture 2" descr="ROUTER SINGLE BAND W/A at ₹ 1300/piece | Wireless WiFi router in Kolkata |  ID: 2851276814573">
            <a:extLst>
              <a:ext uri="{FF2B5EF4-FFF2-40B4-BE49-F238E27FC236}">
                <a16:creationId xmlns:a16="http://schemas.microsoft.com/office/drawing/2014/main" id="{DC1F5144-3C45-5950-79FB-2DBD3E3F6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206" y="4146804"/>
            <a:ext cx="4122965" cy="30922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475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71541-9111-7EF7-A479-C4B4EB27AFEA}"/>
              </a:ext>
            </a:extLst>
          </p:cNvPr>
          <p:cNvSpPr>
            <a:spLocks noGrp="1"/>
          </p:cNvSpPr>
          <p:nvPr>
            <p:ph type="title"/>
          </p:nvPr>
        </p:nvSpPr>
        <p:spPr/>
        <p:txBody>
          <a:bodyPr/>
          <a:lstStyle/>
          <a:p>
            <a:r>
              <a:rPr lang="en-IN"/>
              <a:t>Switching and routing</a:t>
            </a:r>
          </a:p>
        </p:txBody>
      </p:sp>
      <p:sp>
        <p:nvSpPr>
          <p:cNvPr id="3" name="Content Placeholder 2">
            <a:extLst>
              <a:ext uri="{FF2B5EF4-FFF2-40B4-BE49-F238E27FC236}">
                <a16:creationId xmlns:a16="http://schemas.microsoft.com/office/drawing/2014/main" id="{9CC43DB7-491E-15A5-E3AF-4902F5E61B3B}"/>
              </a:ext>
            </a:extLst>
          </p:cNvPr>
          <p:cNvSpPr>
            <a:spLocks noGrp="1"/>
          </p:cNvSpPr>
          <p:nvPr>
            <p:ph idx="1"/>
          </p:nvPr>
        </p:nvSpPr>
        <p:spPr/>
        <p:txBody>
          <a:bodyPr>
            <a:normAutofit lnSpcReduction="10000"/>
          </a:bodyPr>
          <a:lstStyle/>
          <a:p>
            <a:pPr fontAlgn="base"/>
            <a:r>
              <a:rPr lang="en-US">
                <a:latin typeface="Times New Roman" panose="02020603050405020304" pitchFamily="18" charset="0"/>
                <a:cs typeface="Times New Roman" panose="02020603050405020304" pitchFamily="18" charset="0"/>
              </a:rPr>
              <a:t>When the data is sent like a text message, that data is broken down into tiny pieces called packets and sent over the network with the source and destination IP addresses attached. The destination is a host, which is a computer or mobile device on a network. These devices reside in a Local Area Network (LAN).</a:t>
            </a:r>
          </a:p>
          <a:p>
            <a:pPr fontAlgn="base"/>
            <a:r>
              <a:rPr lang="en-US">
                <a:latin typeface="Times New Roman" panose="02020603050405020304" pitchFamily="18" charset="0"/>
                <a:cs typeface="Times New Roman" panose="02020603050405020304" pitchFamily="18" charset="0"/>
              </a:rPr>
              <a:t>The process of sending packets from one host to another within a LAN is called switching. The process of doing that between two or more LANs is called routing.</a:t>
            </a:r>
          </a:p>
          <a:p>
            <a:pPr fontAlgn="base"/>
            <a:r>
              <a:rPr lang="en-US">
                <a:latin typeface="Times New Roman" panose="02020603050405020304" pitchFamily="18" charset="0"/>
                <a:cs typeface="Times New Roman" panose="02020603050405020304" pitchFamily="18" charset="0"/>
              </a:rPr>
              <a:t>A switch is a Layer 2 device (Data-Link Layer), while a router is a Layer 3 device (Network Layer).</a:t>
            </a:r>
          </a:p>
        </p:txBody>
      </p:sp>
    </p:spTree>
    <p:extLst>
      <p:ext uri="{BB962C8B-B14F-4D97-AF65-F5344CB8AC3E}">
        <p14:creationId xmlns:p14="http://schemas.microsoft.com/office/powerpoint/2010/main" val="2105262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1191A-CE0A-9C28-46D6-42023D2CFFB2}"/>
              </a:ext>
            </a:extLst>
          </p:cNvPr>
          <p:cNvSpPr>
            <a:spLocks noGrp="1"/>
          </p:cNvSpPr>
          <p:nvPr>
            <p:ph type="title"/>
          </p:nvPr>
        </p:nvSpPr>
        <p:spPr/>
        <p:txBody>
          <a:bodyPr/>
          <a:lstStyle/>
          <a:p>
            <a:r>
              <a:rPr lang="en-IN"/>
              <a:t>Switching and forwarding…</a:t>
            </a:r>
          </a:p>
        </p:txBody>
      </p:sp>
      <p:sp>
        <p:nvSpPr>
          <p:cNvPr id="3" name="Content Placeholder 2">
            <a:extLst>
              <a:ext uri="{FF2B5EF4-FFF2-40B4-BE49-F238E27FC236}">
                <a16:creationId xmlns:a16="http://schemas.microsoft.com/office/drawing/2014/main" id="{AC27DE4A-7FFD-0B5E-3E50-FC05221A0C02}"/>
              </a:ext>
            </a:extLst>
          </p:cNvPr>
          <p:cNvSpPr>
            <a:spLocks noGrp="1"/>
          </p:cNvSpPr>
          <p:nvPr>
            <p:ph idx="1"/>
          </p:nvPr>
        </p:nvSpPr>
        <p:spPr/>
        <p:txBody>
          <a:bodyPr vert="horz" lIns="91440" tIns="45720" rIns="91440" bIns="45720" rtlCol="0" anchor="t">
            <a:normAutofit lnSpcReduction="10000"/>
          </a:bodyPr>
          <a:lstStyle/>
          <a:p>
            <a:pPr marL="0" indent="0">
              <a:buNone/>
            </a:pPr>
            <a:r>
              <a:rPr lang="en-US">
                <a:latin typeface="Times New Roman" panose="02020603050405020304" pitchFamily="18" charset="0"/>
                <a:cs typeface="Times New Roman" panose="02020603050405020304" pitchFamily="18" charset="0"/>
              </a:rPr>
              <a:t>There are many types of switching: packet, circuit, multilayer, virtual circuit, wide area network (WAN), and local area network (LAN). Circuiting and virtual circuit switching almost always refer to WAN or telephone technologies. Packet switching usually concerns a router or a WAN switch.</a:t>
            </a:r>
            <a:endParaRPr lang="en-US"/>
          </a:p>
          <a:p>
            <a:r>
              <a:rPr lang="en-US">
                <a:latin typeface="Times New Roman"/>
                <a:cs typeface="Times New Roman"/>
              </a:rPr>
              <a:t>It is highly probable that a network will be a mixture of Ethernet and 802.11 nodes. These nodes will run the Internet Protocol at Layer 3 of the Transmission Control Protocol/Internet Protocol (TCP/IP) networking model. The applications will be designed for TCP or the User Datagram Protocol (UDP).</a:t>
            </a:r>
          </a:p>
          <a:p>
            <a:pPr marL="0" indent="0">
              <a:buClr>
                <a:srgbClr val="9E3611"/>
              </a:buClr>
              <a:buNone/>
            </a:pPr>
            <a:endParaRPr lang="en-US"/>
          </a:p>
          <a:p>
            <a:pPr>
              <a:buClr>
                <a:srgbClr val="9E3611"/>
              </a:buClr>
            </a:pPr>
            <a:endParaRPr lang="en-US"/>
          </a:p>
        </p:txBody>
      </p:sp>
    </p:spTree>
    <p:extLst>
      <p:ext uri="{BB962C8B-B14F-4D97-AF65-F5344CB8AC3E}">
        <p14:creationId xmlns:p14="http://schemas.microsoft.com/office/powerpoint/2010/main" val="2569487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231AE2-1FEB-DC13-7F95-0C57FAC729A0}"/>
              </a:ext>
            </a:extLst>
          </p:cNvPr>
          <p:cNvSpPr>
            <a:spLocks noGrp="1"/>
          </p:cNvSpPr>
          <p:nvPr>
            <p:ph type="title"/>
          </p:nvPr>
        </p:nvSpPr>
        <p:spPr/>
        <p:txBody>
          <a:bodyPr/>
          <a:lstStyle/>
          <a:p>
            <a:r>
              <a:rPr lang="en-IN"/>
              <a:t>Networking Models</a:t>
            </a:r>
          </a:p>
        </p:txBody>
      </p:sp>
      <p:sp>
        <p:nvSpPr>
          <p:cNvPr id="5" name="Text Placeholder 4">
            <a:extLst>
              <a:ext uri="{FF2B5EF4-FFF2-40B4-BE49-F238E27FC236}">
                <a16:creationId xmlns:a16="http://schemas.microsoft.com/office/drawing/2014/main" id="{8FB3C82E-5113-02A7-1AAA-BA5E5AA8BF03}"/>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73954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C82AD-F226-8593-F86F-CCFF44B7E160}"/>
              </a:ext>
            </a:extLst>
          </p:cNvPr>
          <p:cNvSpPr>
            <a:spLocks noGrp="1"/>
          </p:cNvSpPr>
          <p:nvPr>
            <p:ph type="title"/>
          </p:nvPr>
        </p:nvSpPr>
        <p:spPr/>
        <p:txBody>
          <a:bodyPr/>
          <a:lstStyle/>
          <a:p>
            <a:r>
              <a:rPr lang="en-IN"/>
              <a:t>OSI</a:t>
            </a:r>
          </a:p>
        </p:txBody>
      </p:sp>
      <p:sp>
        <p:nvSpPr>
          <p:cNvPr id="3" name="Content Placeholder 2">
            <a:extLst>
              <a:ext uri="{FF2B5EF4-FFF2-40B4-BE49-F238E27FC236}">
                <a16:creationId xmlns:a16="http://schemas.microsoft.com/office/drawing/2014/main" id="{7EE13E98-2895-69C3-DFF6-0D3BB3D7E8B2}"/>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OSI Model breaks down network communication into seven layers. These layers are useful for identifying network issues.</a:t>
            </a:r>
          </a:p>
          <a:p>
            <a:r>
              <a:rPr lang="en-US" b="0" i="0">
                <a:effectLst/>
                <a:latin typeface="-apple-system"/>
              </a:rPr>
              <a:t>The open systems interconnection (OSI) model is a conceptual model created by the International Organization for Standardization which enables diverse communication systems to communicate using standard </a:t>
            </a:r>
            <a:r>
              <a:rPr lang="en-US" b="0" i="0" u="none" strike="noStrike">
                <a:effectLst/>
                <a:latin typeface="-apple-system"/>
              </a:rPr>
              <a:t>protocols</a:t>
            </a:r>
            <a:r>
              <a:rPr lang="en-US" b="0" i="0">
                <a:effectLst/>
                <a:latin typeface="-apple-system"/>
              </a:rPr>
              <a:t>. In plain English, the OSI provides a standard for different computer systems to be able to communicate with each other.</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7169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24F3A-AE85-CB46-40A3-C6824E3AB70A}"/>
              </a:ext>
            </a:extLst>
          </p:cNvPr>
          <p:cNvSpPr>
            <a:spLocks noGrp="1"/>
          </p:cNvSpPr>
          <p:nvPr>
            <p:ph type="title"/>
          </p:nvPr>
        </p:nvSpPr>
        <p:spPr>
          <a:xfrm>
            <a:off x="1069848" y="-433676"/>
            <a:ext cx="10058400" cy="1609344"/>
          </a:xfrm>
        </p:spPr>
        <p:txBody>
          <a:bodyPr/>
          <a:lstStyle/>
          <a:p>
            <a:r>
              <a:rPr lang="en-IN"/>
              <a:t>OSI Model</a:t>
            </a:r>
          </a:p>
        </p:txBody>
      </p:sp>
      <p:sp>
        <p:nvSpPr>
          <p:cNvPr id="3" name="Content Placeholder 2">
            <a:extLst>
              <a:ext uri="{FF2B5EF4-FFF2-40B4-BE49-F238E27FC236}">
                <a16:creationId xmlns:a16="http://schemas.microsoft.com/office/drawing/2014/main" id="{FFEA8186-B166-AE69-4A5E-ED63386BA55E}"/>
              </a:ext>
            </a:extLst>
          </p:cNvPr>
          <p:cNvSpPr>
            <a:spLocks noGrp="1"/>
          </p:cNvSpPr>
          <p:nvPr>
            <p:ph idx="1"/>
          </p:nvPr>
        </p:nvSpPr>
        <p:spPr/>
        <p:txBody>
          <a:bodyPr/>
          <a:lstStyle/>
          <a:p>
            <a:pPr marL="0" indent="0">
              <a:buNone/>
            </a:pPr>
            <a:endParaRPr lang="en-IN"/>
          </a:p>
        </p:txBody>
      </p:sp>
      <p:pic>
        <p:nvPicPr>
          <p:cNvPr id="1028" name="Picture 4" descr="OSI Model 7 layers - physical, data link, network, transport, session, presentation, application">
            <a:extLst>
              <a:ext uri="{FF2B5EF4-FFF2-40B4-BE49-F238E27FC236}">
                <a16:creationId xmlns:a16="http://schemas.microsoft.com/office/drawing/2014/main" id="{80DD6A10-0F23-4B93-A01B-E9B6E35C28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21" t="-1910" r="-6921" b="1910"/>
          <a:stretch>
            <a:fillRect/>
          </a:stretch>
        </p:blipFill>
        <p:spPr bwMode="auto">
          <a:xfrm>
            <a:off x="4389" y="758516"/>
            <a:ext cx="11016353" cy="5919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913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DC40-E608-B00E-A05A-09D1728830C9}"/>
              </a:ext>
            </a:extLst>
          </p:cNvPr>
          <p:cNvSpPr>
            <a:spLocks noGrp="1"/>
          </p:cNvSpPr>
          <p:nvPr>
            <p:ph type="title"/>
          </p:nvPr>
        </p:nvSpPr>
        <p:spPr/>
        <p:txBody>
          <a:bodyPr/>
          <a:lstStyle/>
          <a:p>
            <a:r>
              <a:rPr lang="en-IN"/>
              <a:t>The layers of OSI model</a:t>
            </a:r>
          </a:p>
        </p:txBody>
      </p:sp>
      <p:sp>
        <p:nvSpPr>
          <p:cNvPr id="3" name="Content Placeholder 2">
            <a:extLst>
              <a:ext uri="{FF2B5EF4-FFF2-40B4-BE49-F238E27FC236}">
                <a16:creationId xmlns:a16="http://schemas.microsoft.com/office/drawing/2014/main" id="{156C1B8B-F77D-70A7-EDA3-A148D78B5375}"/>
              </a:ext>
            </a:extLst>
          </p:cNvPr>
          <p:cNvSpPr>
            <a:spLocks noGrp="1"/>
          </p:cNvSpPr>
          <p:nvPr>
            <p:ph idx="1"/>
          </p:nvPr>
        </p:nvSpPr>
        <p:spPr>
          <a:xfrm>
            <a:off x="664028" y="1564368"/>
            <a:ext cx="10515600" cy="4351338"/>
          </a:xfrm>
        </p:spPr>
        <p:txBody>
          <a:bodyPr/>
          <a:lstStyle/>
          <a:p>
            <a:pPr algn="l">
              <a:lnSpc>
                <a:spcPts val="1800"/>
              </a:lnSpc>
              <a:buNone/>
            </a:pPr>
            <a:r>
              <a:rPr lang="en-US" b="0" i="0">
                <a:effectLst/>
                <a:latin typeface="Times New Roman" panose="02020603050405020304" pitchFamily="18" charset="0"/>
                <a:cs typeface="Times New Roman" panose="02020603050405020304" pitchFamily="18" charset="0"/>
              </a:rPr>
              <a:t>The seven abstraction layers of the OSI model can be defined as follows, from top to bottom:</a:t>
            </a:r>
          </a:p>
          <a:p>
            <a:pPr algn="l">
              <a:lnSpc>
                <a:spcPts val="2400"/>
              </a:lnSpc>
              <a:spcBef>
                <a:spcPts val="3600"/>
              </a:spcBef>
              <a:spcAft>
                <a:spcPts val="3600"/>
              </a:spcAft>
              <a:buNone/>
            </a:pPr>
            <a:r>
              <a:rPr lang="en-US" b="1" i="0">
                <a:effectLst/>
                <a:latin typeface="Times New Roman" panose="02020603050405020304" pitchFamily="18" charset="0"/>
                <a:cs typeface="Times New Roman" panose="02020603050405020304" pitchFamily="18" charset="0"/>
              </a:rPr>
              <a:t>7. The application layer</a:t>
            </a:r>
          </a:p>
        </p:txBody>
      </p:sp>
      <p:pic>
        <p:nvPicPr>
          <p:cNvPr id="2050" name="Picture 2" descr="The Application Layer: content requested and returned in required format">
            <a:extLst>
              <a:ext uri="{FF2B5EF4-FFF2-40B4-BE49-F238E27FC236}">
                <a16:creationId xmlns:a16="http://schemas.microsoft.com/office/drawing/2014/main" id="{EF280709-1CE5-F98A-7467-FDC41AB2E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028" y="3309257"/>
            <a:ext cx="10047514" cy="291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962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ABC06-87FC-06BB-F18F-6AE3F09D08BC}"/>
              </a:ext>
            </a:extLst>
          </p:cNvPr>
          <p:cNvSpPr>
            <a:spLocks noGrp="1"/>
          </p:cNvSpPr>
          <p:nvPr>
            <p:ph type="title"/>
          </p:nvPr>
        </p:nvSpPr>
        <p:spPr/>
        <p:txBody>
          <a:bodyPr/>
          <a:lstStyle/>
          <a:p>
            <a:r>
              <a:rPr lang="en-IN"/>
              <a:t>Application layer</a:t>
            </a:r>
          </a:p>
        </p:txBody>
      </p:sp>
      <p:sp>
        <p:nvSpPr>
          <p:cNvPr id="3" name="Content Placeholder 2">
            <a:extLst>
              <a:ext uri="{FF2B5EF4-FFF2-40B4-BE49-F238E27FC236}">
                <a16:creationId xmlns:a16="http://schemas.microsoft.com/office/drawing/2014/main" id="{BC177DFC-2F61-E009-7B77-0131CF6682A3}"/>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This is the only layer that directly interacts with data from the user. Software applications like web browsers and email clients rely on the application layer to initiate communications. But it should be made clear that client software applications are not part of the application layer; rather the application layer is responsible for the protocols and data manipulation that the software relies on to present meaningful data to the user.</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22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E41A-5F68-FC59-86A8-BC84683D5F58}"/>
              </a:ext>
            </a:extLst>
          </p:cNvPr>
          <p:cNvSpPr>
            <a:spLocks noGrp="1"/>
          </p:cNvSpPr>
          <p:nvPr>
            <p:ph type="title"/>
          </p:nvPr>
        </p:nvSpPr>
        <p:spPr/>
        <p:txBody>
          <a:bodyPr/>
          <a:lstStyle/>
          <a:p>
            <a:r>
              <a:rPr lang="en-IN"/>
              <a:t>Presentation Layer</a:t>
            </a:r>
          </a:p>
        </p:txBody>
      </p:sp>
      <p:sp>
        <p:nvSpPr>
          <p:cNvPr id="3" name="Content Placeholder 2">
            <a:extLst>
              <a:ext uri="{FF2B5EF4-FFF2-40B4-BE49-F238E27FC236}">
                <a16:creationId xmlns:a16="http://schemas.microsoft.com/office/drawing/2014/main" id="{0AC2D287-D63F-4D88-0C9C-8E0969AEB9E1}"/>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This layer is primarily responsible for preparing data so that it can be used by the application layer; in other words, layer 6 makes the data presentable for applications to consume. The presentation layer is responsible for translation, </a:t>
            </a:r>
            <a:r>
              <a:rPr lang="en-US" b="0" i="0" u="none" strike="noStrike">
                <a:effectLst/>
                <a:latin typeface="Times New Roman" panose="02020603050405020304" pitchFamily="18" charset="0"/>
                <a:cs typeface="Times New Roman" panose="02020603050405020304" pitchFamily="18" charset="0"/>
              </a:rPr>
              <a:t>encryption</a:t>
            </a:r>
            <a:r>
              <a:rPr lang="en-US" b="0" i="0">
                <a:effectLst/>
                <a:latin typeface="Times New Roman" panose="02020603050405020304" pitchFamily="18" charset="0"/>
                <a:cs typeface="Times New Roman" panose="02020603050405020304" pitchFamily="18" charset="0"/>
              </a:rPr>
              <a:t>, and compression of data.</a:t>
            </a:r>
          </a:p>
          <a:p>
            <a:endParaRPr lang="en-IN">
              <a:latin typeface="Times New Roman" panose="02020603050405020304" pitchFamily="18" charset="0"/>
              <a:cs typeface="Times New Roman" panose="02020603050405020304" pitchFamily="18" charset="0"/>
            </a:endParaRPr>
          </a:p>
        </p:txBody>
      </p:sp>
      <p:pic>
        <p:nvPicPr>
          <p:cNvPr id="3074" name="Picture 2" descr="The Presentation Layer: encryption, compression, translation">
            <a:extLst>
              <a:ext uri="{FF2B5EF4-FFF2-40B4-BE49-F238E27FC236}">
                <a16:creationId xmlns:a16="http://schemas.microsoft.com/office/drawing/2014/main" id="{D1F70FDF-A50C-A679-84E3-FBB38B4BD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2790" y="4150956"/>
            <a:ext cx="6618516" cy="2100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972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86B7-2EAB-53DD-B920-D7388346DA09}"/>
              </a:ext>
            </a:extLst>
          </p:cNvPr>
          <p:cNvSpPr>
            <a:spLocks noGrp="1"/>
          </p:cNvSpPr>
          <p:nvPr>
            <p:ph type="title"/>
          </p:nvPr>
        </p:nvSpPr>
        <p:spPr/>
        <p:txBody>
          <a:bodyPr/>
          <a:lstStyle/>
          <a:p>
            <a:r>
              <a:rPr lang="en-IN"/>
              <a:t>Session Layer</a:t>
            </a:r>
          </a:p>
        </p:txBody>
      </p:sp>
      <p:sp>
        <p:nvSpPr>
          <p:cNvPr id="3" name="Content Placeholder 2">
            <a:extLst>
              <a:ext uri="{FF2B5EF4-FFF2-40B4-BE49-F238E27FC236}">
                <a16:creationId xmlns:a16="http://schemas.microsoft.com/office/drawing/2014/main" id="{8D344E6D-B98B-49DF-05EF-07B796774FDA}"/>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This is the layer responsible for opening and closing communication between the two devices. The time between when the communication is opened and closed is known as the session. The session layer ensures that the session stays open long enough to transfer all the data being exchanged, and then promptly closes the session in order to avoid wasting resources.</a:t>
            </a:r>
            <a:endParaRPr lang="en-IN">
              <a:latin typeface="Times New Roman" panose="02020603050405020304" pitchFamily="18" charset="0"/>
              <a:cs typeface="Times New Roman" panose="02020603050405020304" pitchFamily="18" charset="0"/>
            </a:endParaRPr>
          </a:p>
        </p:txBody>
      </p:sp>
      <p:pic>
        <p:nvPicPr>
          <p:cNvPr id="4098" name="Picture 2" descr="The Session Layer: session of communication">
            <a:extLst>
              <a:ext uri="{FF2B5EF4-FFF2-40B4-BE49-F238E27FC236}">
                <a16:creationId xmlns:a16="http://schemas.microsoft.com/office/drawing/2014/main" id="{55D2328D-D9B3-207B-AA00-EA13E2689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8913" y="92483"/>
            <a:ext cx="5435363" cy="1724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254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05BE-22BB-1810-4904-D210983C0758}"/>
              </a:ext>
            </a:extLst>
          </p:cNvPr>
          <p:cNvSpPr>
            <a:spLocks noGrp="1"/>
          </p:cNvSpPr>
          <p:nvPr>
            <p:ph type="title"/>
          </p:nvPr>
        </p:nvSpPr>
        <p:spPr/>
        <p:txBody>
          <a:bodyPr/>
          <a:lstStyle/>
          <a:p>
            <a:r>
              <a:rPr lang="en-IN"/>
              <a:t>Transport Layer</a:t>
            </a:r>
          </a:p>
        </p:txBody>
      </p:sp>
      <p:sp>
        <p:nvSpPr>
          <p:cNvPr id="3" name="Content Placeholder 2">
            <a:extLst>
              <a:ext uri="{FF2B5EF4-FFF2-40B4-BE49-F238E27FC236}">
                <a16:creationId xmlns:a16="http://schemas.microsoft.com/office/drawing/2014/main" id="{A5B329C9-2448-1012-F99E-D11C91A9FA5D}"/>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Layer 4 is responsible for end-to-end communication between the two devices. This includes taking data from the session layer and breaking it up into chunks called segments before sending it to layer 3. The transport layer on the receiving device is responsible for reassembling the segments into data the session layer can consume.</a:t>
            </a:r>
            <a:endParaRPr lang="en-IN">
              <a:latin typeface="Times New Roman" panose="02020603050405020304" pitchFamily="18" charset="0"/>
              <a:cs typeface="Times New Roman" panose="02020603050405020304" pitchFamily="18" charset="0"/>
            </a:endParaRPr>
          </a:p>
        </p:txBody>
      </p:sp>
      <p:pic>
        <p:nvPicPr>
          <p:cNvPr id="5122" name="Picture 2" descr="The Transport Layer: segment, transport, reassembly">
            <a:extLst>
              <a:ext uri="{FF2B5EF4-FFF2-40B4-BE49-F238E27FC236}">
                <a16:creationId xmlns:a16="http://schemas.microsoft.com/office/drawing/2014/main" id="{32584AB9-09D3-AFE5-F94E-6D32EB6098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1057" y="119443"/>
            <a:ext cx="5725886" cy="181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166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101D4-FE11-CF8C-40E3-4219A54228F4}"/>
              </a:ext>
            </a:extLst>
          </p:cNvPr>
          <p:cNvSpPr>
            <a:spLocks noGrp="1"/>
          </p:cNvSpPr>
          <p:nvPr>
            <p:ph type="title"/>
          </p:nvPr>
        </p:nvSpPr>
        <p:spPr/>
        <p:txBody>
          <a:bodyPr/>
          <a:lstStyle/>
          <a:p>
            <a:r>
              <a:rPr lang="en-IN"/>
              <a:t>Network layer</a:t>
            </a:r>
          </a:p>
        </p:txBody>
      </p:sp>
      <p:sp>
        <p:nvSpPr>
          <p:cNvPr id="3" name="Content Placeholder 2">
            <a:extLst>
              <a:ext uri="{FF2B5EF4-FFF2-40B4-BE49-F238E27FC236}">
                <a16:creationId xmlns:a16="http://schemas.microsoft.com/office/drawing/2014/main" id="{5CEB1F56-3D14-A52C-0E54-33107BEF8CA8}"/>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a:t>
            </a:r>
            <a:r>
              <a:rPr lang="en-US" b="0" i="0" u="none" strike="noStrike">
                <a:effectLst/>
                <a:latin typeface="Times New Roman" panose="02020603050405020304" pitchFamily="18" charset="0"/>
                <a:cs typeface="Times New Roman" panose="02020603050405020304" pitchFamily="18" charset="0"/>
              </a:rPr>
              <a:t>network layer</a:t>
            </a:r>
            <a:r>
              <a:rPr lang="en-US" b="0" i="0">
                <a:effectLst/>
                <a:latin typeface="Times New Roman" panose="02020603050405020304" pitchFamily="18" charset="0"/>
                <a:cs typeface="Times New Roman" panose="02020603050405020304" pitchFamily="18" charset="0"/>
              </a:rPr>
              <a:t> is responsible for facilitating data transfer between two different networks. If the two devices communicating are on the same network, then the network layer is unnecessary. The network layer breaks up segments from the transport layer into smaller units, called </a:t>
            </a:r>
            <a:r>
              <a:rPr lang="en-US" b="0" i="0" u="none" strike="noStrike">
                <a:effectLst/>
                <a:latin typeface="Times New Roman" panose="02020603050405020304" pitchFamily="18" charset="0"/>
                <a:cs typeface="Times New Roman" panose="02020603050405020304" pitchFamily="18" charset="0"/>
              </a:rPr>
              <a:t>packets</a:t>
            </a:r>
            <a:r>
              <a:rPr lang="en-US" b="0" i="0">
                <a:effectLst/>
                <a:latin typeface="Times New Roman" panose="02020603050405020304" pitchFamily="18" charset="0"/>
                <a:cs typeface="Times New Roman" panose="02020603050405020304" pitchFamily="18" charset="0"/>
              </a:rPr>
              <a:t>, on the sender’s device, and reassembling these packets on the receiving device. The network layer also finds the best physical path for the data to reach its destination; this is known as </a:t>
            </a:r>
            <a:r>
              <a:rPr lang="en-US" b="0" i="0" u="none" strike="noStrike">
                <a:effectLst/>
                <a:latin typeface="Times New Roman" panose="02020603050405020304" pitchFamily="18" charset="0"/>
                <a:cs typeface="Times New Roman" panose="02020603050405020304" pitchFamily="18" charset="0"/>
              </a:rPr>
              <a:t>routing</a:t>
            </a:r>
            <a:r>
              <a:rPr lang="en-US" b="0" i="0">
                <a:effectLst/>
                <a:latin typeface="Times New Roman" panose="02020603050405020304" pitchFamily="18" charset="0"/>
                <a:cs typeface="Times New Roman" panose="02020603050405020304" pitchFamily="18" charset="0"/>
              </a:rPr>
              <a:t>.</a:t>
            </a:r>
            <a:endParaRPr lang="en-IN">
              <a:latin typeface="Times New Roman" panose="02020603050405020304" pitchFamily="18" charset="0"/>
              <a:cs typeface="Times New Roman" panose="02020603050405020304" pitchFamily="18" charset="0"/>
            </a:endParaRPr>
          </a:p>
        </p:txBody>
      </p:sp>
      <p:pic>
        <p:nvPicPr>
          <p:cNvPr id="6146" name="Picture 2" descr="The Network Layer: packets creation, transport, packets assembly">
            <a:extLst>
              <a:ext uri="{FF2B5EF4-FFF2-40B4-BE49-F238E27FC236}">
                <a16:creationId xmlns:a16="http://schemas.microsoft.com/office/drawing/2014/main" id="{EEACA429-66BC-1F50-8CB6-675A44151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5229" y="5246"/>
            <a:ext cx="5736771" cy="1820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6706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25F30-E90E-2596-6A85-756677BE95E4}"/>
              </a:ext>
            </a:extLst>
          </p:cNvPr>
          <p:cNvSpPr>
            <a:spLocks noGrp="1"/>
          </p:cNvSpPr>
          <p:nvPr>
            <p:ph type="title"/>
          </p:nvPr>
        </p:nvSpPr>
        <p:spPr/>
        <p:txBody>
          <a:bodyPr/>
          <a:lstStyle/>
          <a:p>
            <a:r>
              <a:rPr lang="en-IN"/>
              <a:t>Data Link layer</a:t>
            </a:r>
          </a:p>
        </p:txBody>
      </p:sp>
      <p:sp>
        <p:nvSpPr>
          <p:cNvPr id="3" name="Content Placeholder 2">
            <a:extLst>
              <a:ext uri="{FF2B5EF4-FFF2-40B4-BE49-F238E27FC236}">
                <a16:creationId xmlns:a16="http://schemas.microsoft.com/office/drawing/2014/main" id="{28292734-FF92-61FD-58F2-C22BF8F3C8C0}"/>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data link layer facilitates data transfer between two devices on the </a:t>
            </a:r>
            <a:r>
              <a:rPr lang="en-US" b="0" i="1">
                <a:effectLst/>
                <a:latin typeface="Times New Roman" panose="02020603050405020304" pitchFamily="18" charset="0"/>
                <a:cs typeface="Times New Roman" panose="02020603050405020304" pitchFamily="18" charset="0"/>
              </a:rPr>
              <a:t>same</a:t>
            </a:r>
            <a:r>
              <a:rPr lang="en-US" b="0" i="0">
                <a:effectLst/>
                <a:latin typeface="Times New Roman" panose="02020603050405020304" pitchFamily="18" charset="0"/>
                <a:cs typeface="Times New Roman" panose="02020603050405020304" pitchFamily="18" charset="0"/>
              </a:rPr>
              <a:t> network. The data link layer takes packets from the network layer and breaks them into smaller pieces called frames. Like the network layer, the data link layer is also responsible for flow control and error control in intra-network communication (The transport layer only does flow control and error control for inter-network communications).</a:t>
            </a:r>
            <a:endParaRPr lang="en-IN">
              <a:latin typeface="Times New Roman" panose="02020603050405020304" pitchFamily="18" charset="0"/>
              <a:cs typeface="Times New Roman" panose="02020603050405020304" pitchFamily="18" charset="0"/>
            </a:endParaRPr>
          </a:p>
        </p:txBody>
      </p:sp>
      <p:pic>
        <p:nvPicPr>
          <p:cNvPr id="7170" name="Picture 2" descr="The Data Link Layer: frame creation, frames sent between networks">
            <a:extLst>
              <a:ext uri="{FF2B5EF4-FFF2-40B4-BE49-F238E27FC236}">
                <a16:creationId xmlns:a16="http://schemas.microsoft.com/office/drawing/2014/main" id="{8602D58E-7A05-D4E0-972B-D52FC5F502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493260"/>
            <a:ext cx="5648146" cy="1197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6736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C856-BDC9-D806-E053-246100EEED9C}"/>
              </a:ext>
            </a:extLst>
          </p:cNvPr>
          <p:cNvSpPr>
            <a:spLocks noGrp="1"/>
          </p:cNvSpPr>
          <p:nvPr>
            <p:ph type="title"/>
          </p:nvPr>
        </p:nvSpPr>
        <p:spPr/>
        <p:txBody>
          <a:bodyPr/>
          <a:lstStyle/>
          <a:p>
            <a:r>
              <a:rPr lang="en-IN"/>
              <a:t>Physical Layer</a:t>
            </a:r>
          </a:p>
        </p:txBody>
      </p:sp>
      <p:sp>
        <p:nvSpPr>
          <p:cNvPr id="3" name="Content Placeholder 2">
            <a:extLst>
              <a:ext uri="{FF2B5EF4-FFF2-40B4-BE49-F238E27FC236}">
                <a16:creationId xmlns:a16="http://schemas.microsoft.com/office/drawing/2014/main" id="{D898C684-7046-20D0-AC61-BEEBD140F0B0}"/>
              </a:ext>
            </a:extLst>
          </p:cNvPr>
          <p:cNvSpPr>
            <a:spLocks noGrp="1"/>
          </p:cNvSpPr>
          <p:nvPr>
            <p:ph idx="1"/>
          </p:nvPr>
        </p:nvSpPr>
        <p:spPr/>
        <p:txBody>
          <a:bodyPr/>
          <a:lstStyle/>
          <a:p>
            <a:r>
              <a:rPr lang="en-US" b="0" i="0">
                <a:effectLst/>
                <a:latin typeface="-apple-system"/>
              </a:rPr>
              <a:t>The physical equipment involved in the data transfer, such as the cables and </a:t>
            </a:r>
            <a:r>
              <a:rPr lang="en-US" b="0" i="0" u="none" strike="noStrike">
                <a:effectLst/>
                <a:latin typeface="-apple-system"/>
              </a:rPr>
              <a:t>switches</a:t>
            </a:r>
            <a:r>
              <a:rPr lang="en-US" b="0" i="0">
                <a:effectLst/>
                <a:latin typeface="-apple-system"/>
              </a:rPr>
              <a:t>. This is also the layer where the data gets converted into a bit stream, which is a string of 1s and 0s. The physical layer of both devices must also agree on a signal convention so that the 1s can be distinguished from the 0s on both devices.</a:t>
            </a:r>
            <a:endParaRPr lang="en-IN"/>
          </a:p>
        </p:txBody>
      </p:sp>
      <p:pic>
        <p:nvPicPr>
          <p:cNvPr id="8194" name="Picture 2" descr="The Physical Layer: sending cable, bitstream, receiving cable">
            <a:extLst>
              <a:ext uri="{FF2B5EF4-FFF2-40B4-BE49-F238E27FC236}">
                <a16:creationId xmlns:a16="http://schemas.microsoft.com/office/drawing/2014/main" id="{AAC3F641-3D5B-8D59-8BEE-BBAFF9FC7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3713" y="200299"/>
            <a:ext cx="4909457" cy="1557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420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52A3-1EA4-7AD8-1154-20F4AF2949EC}"/>
              </a:ext>
            </a:extLst>
          </p:cNvPr>
          <p:cNvSpPr>
            <a:spLocks noGrp="1"/>
          </p:cNvSpPr>
          <p:nvPr>
            <p:ph type="title"/>
          </p:nvPr>
        </p:nvSpPr>
        <p:spPr/>
        <p:txBody>
          <a:bodyPr/>
          <a:lstStyle/>
          <a:p>
            <a:r>
              <a:rPr lang="en-IN"/>
              <a:t>How the data flows in OSI</a:t>
            </a:r>
          </a:p>
        </p:txBody>
      </p:sp>
      <p:sp>
        <p:nvSpPr>
          <p:cNvPr id="3" name="Content Placeholder 2">
            <a:extLst>
              <a:ext uri="{FF2B5EF4-FFF2-40B4-BE49-F238E27FC236}">
                <a16:creationId xmlns:a16="http://schemas.microsoft.com/office/drawing/2014/main" id="{3C3033AE-E412-F823-9FA4-F04807AD1D60}"/>
              </a:ext>
            </a:extLst>
          </p:cNvPr>
          <p:cNvSpPr>
            <a:spLocks noGrp="1"/>
          </p:cNvSpPr>
          <p:nvPr>
            <p:ph idx="1"/>
          </p:nvPr>
        </p:nvSpPr>
        <p:spPr/>
        <p:txBody>
          <a:bodyPr vert="horz" lIns="91440" tIns="45720" rIns="91440" bIns="45720" rtlCol="0" anchor="t">
            <a:normAutofit/>
          </a:bodyPr>
          <a:lstStyle/>
          <a:p>
            <a:pPr>
              <a:buClr>
                <a:srgbClr val="9E3611"/>
              </a:buClr>
            </a:pPr>
            <a:r>
              <a:rPr lang="en-US">
                <a:latin typeface="Times New Roman"/>
                <a:cs typeface="Times New Roman"/>
              </a:rPr>
              <a:t>To transfer the human-readable information over a network from one device to another, </a:t>
            </a:r>
            <a:r>
              <a:rPr lang="en-US" b="0" i="0">
                <a:effectLst/>
                <a:latin typeface="Times New Roman"/>
                <a:cs typeface="Times New Roman"/>
              </a:rPr>
              <a:t>the data </a:t>
            </a:r>
            <a:r>
              <a:rPr lang="en-US">
                <a:latin typeface="Times New Roman"/>
                <a:cs typeface="Times New Roman"/>
              </a:rPr>
              <a:t>must travel down the seven layers of the OSI Model on </a:t>
            </a:r>
            <a:r>
              <a:rPr lang="en-US" b="0" i="0">
                <a:effectLst/>
                <a:latin typeface="Times New Roman"/>
                <a:cs typeface="Times New Roman"/>
              </a:rPr>
              <a:t>the </a:t>
            </a:r>
            <a:r>
              <a:rPr lang="en-US">
                <a:latin typeface="Times New Roman"/>
                <a:cs typeface="Times New Roman"/>
              </a:rPr>
              <a:t>sending device </a:t>
            </a:r>
            <a:r>
              <a:rPr lang="en-US" b="0" i="0">
                <a:effectLst/>
                <a:latin typeface="Times New Roman"/>
                <a:cs typeface="Times New Roman"/>
              </a:rPr>
              <a:t>and </a:t>
            </a:r>
            <a:r>
              <a:rPr lang="en-US">
                <a:solidFill>
                  <a:srgbClr val="000000"/>
                </a:solidFill>
                <a:latin typeface="Times New Roman"/>
                <a:cs typeface="Times New Roman"/>
              </a:rPr>
              <a:t>then travel up the seven layers on the receiving end.</a:t>
            </a:r>
            <a:endParaRPr lang="en-US"/>
          </a:p>
          <a:p>
            <a:pPr>
              <a:buClr>
                <a:srgbClr val="9E3611"/>
              </a:buClr>
            </a:pPr>
            <a:r>
              <a:rPr lang="en-US">
                <a:solidFill>
                  <a:srgbClr val="222222"/>
                </a:solidFill>
                <a:latin typeface="-apple-system"/>
                <a:cs typeface="Times New Roman"/>
              </a:rPr>
              <a:t> The </a:t>
            </a:r>
            <a:r>
              <a:rPr lang="en-US" b="0" i="0">
                <a:solidFill>
                  <a:srgbClr val="222222"/>
                </a:solidFill>
                <a:effectLst/>
                <a:latin typeface="-apple-system"/>
                <a:cs typeface="Times New Roman"/>
              </a:rPr>
              <a:t>email application </a:t>
            </a:r>
            <a:r>
              <a:rPr lang="en-US">
                <a:solidFill>
                  <a:srgbClr val="222222"/>
                </a:solidFill>
                <a:latin typeface="-apple-system"/>
                <a:cs typeface="Times New Roman"/>
              </a:rPr>
              <a:t>will pass this email message over </a:t>
            </a:r>
            <a:r>
              <a:rPr lang="en-US" b="0" i="0">
                <a:solidFill>
                  <a:srgbClr val="222222"/>
                </a:solidFill>
                <a:effectLst/>
                <a:latin typeface="-apple-system"/>
                <a:cs typeface="Times New Roman"/>
              </a:rPr>
              <a:t>to the application layer</a:t>
            </a:r>
            <a:r>
              <a:rPr lang="en-US">
                <a:solidFill>
                  <a:srgbClr val="222222"/>
                </a:solidFill>
                <a:latin typeface="-apple-system"/>
                <a:cs typeface="Times New Roman"/>
              </a:rPr>
              <a:t>, which will pick a protocol (SMTP) </a:t>
            </a:r>
            <a:r>
              <a:rPr lang="en-US" b="0" i="0">
                <a:solidFill>
                  <a:srgbClr val="222222"/>
                </a:solidFill>
                <a:effectLst/>
                <a:latin typeface="-apple-system"/>
                <a:cs typeface="Times New Roman"/>
              </a:rPr>
              <a:t>and </a:t>
            </a:r>
            <a:r>
              <a:rPr lang="en-US">
                <a:solidFill>
                  <a:srgbClr val="222222"/>
                </a:solidFill>
                <a:latin typeface="-apple-system"/>
                <a:cs typeface="Times New Roman"/>
              </a:rPr>
              <a:t>pass </a:t>
            </a:r>
            <a:r>
              <a:rPr lang="en-US" b="0" i="0">
                <a:solidFill>
                  <a:srgbClr val="222222"/>
                </a:solidFill>
                <a:effectLst/>
                <a:latin typeface="-apple-system"/>
                <a:cs typeface="Times New Roman"/>
              </a:rPr>
              <a:t>the data </a:t>
            </a:r>
            <a:r>
              <a:rPr lang="en-US">
                <a:solidFill>
                  <a:srgbClr val="222222"/>
                </a:solidFill>
                <a:latin typeface="-apple-system"/>
                <a:cs typeface="Times New Roman"/>
              </a:rPr>
              <a:t>along </a:t>
            </a:r>
            <a:r>
              <a:rPr lang="en-US" b="0" i="0">
                <a:solidFill>
                  <a:srgbClr val="222222"/>
                </a:solidFill>
                <a:effectLst/>
                <a:latin typeface="-apple-system"/>
                <a:cs typeface="Times New Roman"/>
              </a:rPr>
              <a:t>to the </a:t>
            </a:r>
            <a:r>
              <a:rPr lang="en-US">
                <a:solidFill>
                  <a:srgbClr val="222222"/>
                </a:solidFill>
                <a:latin typeface="-apple-system"/>
                <a:cs typeface="Times New Roman"/>
              </a:rPr>
              <a:t>presentation layer. The presentation layer will then compress the data and then it will hit the session layer, which will initialize the communication session</a:t>
            </a:r>
            <a:r>
              <a:rPr lang="en-US" b="0" i="0">
                <a:solidFill>
                  <a:srgbClr val="222222"/>
                </a:solidFill>
                <a:effectLst/>
                <a:latin typeface="-apple-system"/>
                <a:cs typeface="Times New Roman"/>
              </a:rPr>
              <a:t>.</a:t>
            </a:r>
            <a:endParaRPr lang="en-IN">
              <a:solidFill>
                <a:srgbClr val="222222"/>
              </a:solidFill>
              <a:latin typeface="-apple-system"/>
              <a:cs typeface="Times New Roman" panose="02020603050405020304" pitchFamily="18" charset="0"/>
            </a:endParaRPr>
          </a:p>
        </p:txBody>
      </p:sp>
      <p:pic>
        <p:nvPicPr>
          <p:cNvPr id="9218" name="Picture 2" descr="Technology Animated Clipart-sending email on computer animated clipart">
            <a:extLst>
              <a:ext uri="{FF2B5EF4-FFF2-40B4-BE49-F238E27FC236}">
                <a16:creationId xmlns:a16="http://schemas.microsoft.com/office/drawing/2014/main" id="{83AF9C14-BA8E-0F69-77F7-A1A782D07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7916" y="-39077"/>
            <a:ext cx="2156553" cy="17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946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90DE-E516-DEAA-A836-C8C614BCC8D6}"/>
              </a:ext>
            </a:extLst>
          </p:cNvPr>
          <p:cNvSpPr>
            <a:spLocks noGrp="1"/>
          </p:cNvSpPr>
          <p:nvPr>
            <p:ph type="title"/>
          </p:nvPr>
        </p:nvSpPr>
        <p:spPr/>
        <p:txBody>
          <a:bodyPr/>
          <a:lstStyle/>
          <a:p>
            <a:r>
              <a:rPr lang="en-IN"/>
              <a:t>How the data flows in OSI</a:t>
            </a:r>
          </a:p>
        </p:txBody>
      </p:sp>
      <p:sp>
        <p:nvSpPr>
          <p:cNvPr id="3" name="Content Placeholder 2">
            <a:extLst>
              <a:ext uri="{FF2B5EF4-FFF2-40B4-BE49-F238E27FC236}">
                <a16:creationId xmlns:a16="http://schemas.microsoft.com/office/drawing/2014/main" id="{5CCC8AC7-6935-E9B8-E9CF-68F086DDB0B3}"/>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data will then hit the sender’s transportation layer where it will be segmented, then those segments will be broken up into packets at the network layer, which will be broken down even further into frames at the data link layer. The data link layer will then deliver those frames to the physical layer, which will convert the data into a bitstream of 1s and 0s and send it through a physical medium, such as a cable.</a:t>
            </a:r>
            <a:endParaRPr lang="en-IN">
              <a:latin typeface="Times New Roman" panose="02020603050405020304" pitchFamily="18" charset="0"/>
              <a:cs typeface="Times New Roman" panose="02020603050405020304" pitchFamily="18" charset="0"/>
            </a:endParaRPr>
          </a:p>
        </p:txBody>
      </p:sp>
      <p:pic>
        <p:nvPicPr>
          <p:cNvPr id="9220" name="Picture 4" descr="Envelope Down - Lineal - Wired - Lordicon">
            <a:extLst>
              <a:ext uri="{FF2B5EF4-FFF2-40B4-BE49-F238E27FC236}">
                <a16:creationId xmlns:a16="http://schemas.microsoft.com/office/drawing/2014/main" id="{5DFA9028-15C1-34BA-9161-61E74E586A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7608" y="104776"/>
            <a:ext cx="1758154" cy="1758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725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18B2F-025C-3631-C2CF-1561A48F0F6E}"/>
              </a:ext>
            </a:extLst>
          </p:cNvPr>
          <p:cNvSpPr>
            <a:spLocks noGrp="1"/>
          </p:cNvSpPr>
          <p:nvPr>
            <p:ph type="title"/>
          </p:nvPr>
        </p:nvSpPr>
        <p:spPr/>
        <p:txBody>
          <a:bodyPr/>
          <a:lstStyle/>
          <a:p>
            <a:r>
              <a:rPr lang="en-IN"/>
              <a:t>TCP/IP Model</a:t>
            </a:r>
          </a:p>
        </p:txBody>
      </p:sp>
      <p:pic>
        <p:nvPicPr>
          <p:cNvPr id="10242" name="Picture 2" descr="5 Layers of Transmission Control Protocol/ Internet Protocol (TCP/IP) Model  | by Utsav Poudel | Level Up Coding">
            <a:extLst>
              <a:ext uri="{FF2B5EF4-FFF2-40B4-BE49-F238E27FC236}">
                <a16:creationId xmlns:a16="http://schemas.microsoft.com/office/drawing/2014/main" id="{F21FEC37-3A06-8D02-D843-B05084F65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2072" y="1899313"/>
            <a:ext cx="6866976" cy="4801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70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EAFA-A8AE-DA54-4316-A4B6CF87B5D5}"/>
              </a:ext>
            </a:extLst>
          </p:cNvPr>
          <p:cNvSpPr>
            <a:spLocks noGrp="1"/>
          </p:cNvSpPr>
          <p:nvPr>
            <p:ph type="title"/>
          </p:nvPr>
        </p:nvSpPr>
        <p:spPr/>
        <p:txBody>
          <a:bodyPr/>
          <a:lstStyle/>
          <a:p>
            <a:r>
              <a:rPr lang="en-IN"/>
              <a:t>The TCP/IP model</a:t>
            </a:r>
          </a:p>
        </p:txBody>
      </p:sp>
      <p:sp>
        <p:nvSpPr>
          <p:cNvPr id="3" name="Content Placeholder 2">
            <a:extLst>
              <a:ext uri="{FF2B5EF4-FFF2-40B4-BE49-F238E27FC236}">
                <a16:creationId xmlns:a16="http://schemas.microsoft.com/office/drawing/2014/main" id="{B7FC69B8-33D8-608C-79AD-F1427972494E}"/>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TCP/IP model is structured into layers, each responsible for specific functions within the communication process. At its core, TCP/IP encompasses two fundamental protocols: the Transmission Control Protocol (TCP) and the Internet Protocol (IP). While IP operates at the network layer, TCP functions at the transport layer, as per the OSI model.</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463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5064F-096D-A20B-5803-BD00167D7BCE}"/>
              </a:ext>
            </a:extLst>
          </p:cNvPr>
          <p:cNvSpPr>
            <a:spLocks noGrp="1"/>
          </p:cNvSpPr>
          <p:nvPr>
            <p:ph type="title"/>
          </p:nvPr>
        </p:nvSpPr>
        <p:spPr/>
        <p:txBody>
          <a:bodyPr/>
          <a:lstStyle/>
          <a:p>
            <a:r>
              <a:rPr lang="en-IN"/>
              <a:t>Transport Layer</a:t>
            </a:r>
          </a:p>
        </p:txBody>
      </p:sp>
      <p:sp>
        <p:nvSpPr>
          <p:cNvPr id="3" name="Content Placeholder 2">
            <a:extLst>
              <a:ext uri="{FF2B5EF4-FFF2-40B4-BE49-F238E27FC236}">
                <a16:creationId xmlns:a16="http://schemas.microsoft.com/office/drawing/2014/main" id="{C28267E2-7CB9-4701-CAAB-1A19119DD87A}"/>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Sitting above the network layer, the Transport layer caters to session services (TCP) and datagram services (UDP) for the application layer. It ensures reliable data transfer and establishes connections between the data stream and the application.</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2462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A76AB-2133-9BE6-60A9-DAD0ABED9C40}"/>
              </a:ext>
            </a:extLst>
          </p:cNvPr>
          <p:cNvSpPr>
            <a:spLocks noGrp="1"/>
          </p:cNvSpPr>
          <p:nvPr>
            <p:ph type="title"/>
          </p:nvPr>
        </p:nvSpPr>
        <p:spPr/>
        <p:txBody>
          <a:bodyPr/>
          <a:lstStyle/>
          <a:p>
            <a:r>
              <a:rPr lang="en-IN"/>
              <a:t>Internet Layer</a:t>
            </a:r>
          </a:p>
        </p:txBody>
      </p:sp>
      <p:sp>
        <p:nvSpPr>
          <p:cNvPr id="3" name="Content Placeholder 2">
            <a:extLst>
              <a:ext uri="{FF2B5EF4-FFF2-40B4-BE49-F238E27FC236}">
                <a16:creationId xmlns:a16="http://schemas.microsoft.com/office/drawing/2014/main" id="{B0BA5349-EC47-318B-1A0B-304DBE98F9FA}"/>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Internet layer takes charge of addressing, packaging, and routing of hosts. It enables end-to-end connectivity, handling the intricacies of network addressing and routing packets across different networks.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3737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C8B6D-40B2-CE15-56D4-68073ED32736}"/>
              </a:ext>
            </a:extLst>
          </p:cNvPr>
          <p:cNvSpPr>
            <a:spLocks noGrp="1"/>
          </p:cNvSpPr>
          <p:nvPr>
            <p:ph type="title"/>
          </p:nvPr>
        </p:nvSpPr>
        <p:spPr/>
        <p:txBody>
          <a:bodyPr/>
          <a:lstStyle/>
          <a:p>
            <a:r>
              <a:rPr lang="en-IN"/>
              <a:t>Link Layer</a:t>
            </a:r>
          </a:p>
        </p:txBody>
      </p:sp>
      <p:sp>
        <p:nvSpPr>
          <p:cNvPr id="3" name="Content Placeholder 2">
            <a:extLst>
              <a:ext uri="{FF2B5EF4-FFF2-40B4-BE49-F238E27FC236}">
                <a16:creationId xmlns:a16="http://schemas.microsoft.com/office/drawing/2014/main" id="{C335E56A-0396-60D7-6A41-0AE8780E07A8}"/>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The Link layer plays a crucial role in transmitting TCP/IP packets over the network medium and receiving corresponding packets from it. Irrespective of the network access method or frame format, the Link layer ensures seamless communication between devices.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10652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C73E-0A1B-18EF-3856-0D26AEC32A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4D4DF5-8058-3E88-1348-133610BBD10E}"/>
              </a:ext>
            </a:extLst>
          </p:cNvPr>
          <p:cNvSpPr>
            <a:spLocks noGrp="1"/>
          </p:cNvSpPr>
          <p:nvPr>
            <p:ph idx="1"/>
          </p:nvPr>
        </p:nvSpPr>
        <p:spPr/>
        <p:txBody>
          <a:bodyPr/>
          <a:lstStyle/>
          <a:p>
            <a:endParaRPr lang="en-IN"/>
          </a:p>
        </p:txBody>
      </p:sp>
      <p:pic>
        <p:nvPicPr>
          <p:cNvPr id="13314" name="Picture 2">
            <a:extLst>
              <a:ext uri="{FF2B5EF4-FFF2-40B4-BE49-F238E27FC236}">
                <a16:creationId xmlns:a16="http://schemas.microsoft.com/office/drawing/2014/main" id="{86873ED6-5328-40AA-8579-24B2B4B9C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452438"/>
            <a:ext cx="10001250" cy="595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37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26888-9F41-4175-7C8E-760EF9A86A08}"/>
              </a:ext>
            </a:extLst>
          </p:cNvPr>
          <p:cNvSpPr>
            <a:spLocks noGrp="1"/>
          </p:cNvSpPr>
          <p:nvPr>
            <p:ph type="title"/>
          </p:nvPr>
        </p:nvSpPr>
        <p:spPr/>
        <p:txBody>
          <a:bodyPr/>
          <a:lstStyle/>
          <a:p>
            <a:r>
              <a:rPr lang="en-IN"/>
              <a:t>The Action </a:t>
            </a:r>
          </a:p>
        </p:txBody>
      </p:sp>
      <p:sp>
        <p:nvSpPr>
          <p:cNvPr id="3" name="Content Placeholder 2">
            <a:extLst>
              <a:ext uri="{FF2B5EF4-FFF2-40B4-BE49-F238E27FC236}">
                <a16:creationId xmlns:a16="http://schemas.microsoft.com/office/drawing/2014/main" id="{E083BE94-DEAD-A286-6059-561758F7D960}"/>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TCP/IP’s significance lies in its ability to facilitate data transfer and communication across various networks, regardless of the receiver’s location. IP ensures the successful delivery of data packets to their intended destinations, while TCP manages data transfer, ensuring reliable connections between data streams and applications.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0638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8CDD7-5556-67F7-5104-AF523BAE385E}"/>
              </a:ext>
            </a:extLst>
          </p:cNvPr>
          <p:cNvSpPr>
            <a:spLocks noGrp="1"/>
          </p:cNvSpPr>
          <p:nvPr>
            <p:ph type="title"/>
          </p:nvPr>
        </p:nvSpPr>
        <p:spPr/>
        <p:txBody>
          <a:bodyPr/>
          <a:lstStyle/>
          <a:p>
            <a:r>
              <a:rPr lang="en-IN"/>
              <a:t>Key functions</a:t>
            </a:r>
          </a:p>
        </p:txBody>
      </p:sp>
      <p:sp>
        <p:nvSpPr>
          <p:cNvPr id="3" name="Content Placeholder 2">
            <a:extLst>
              <a:ext uri="{FF2B5EF4-FFF2-40B4-BE49-F238E27FC236}">
                <a16:creationId xmlns:a16="http://schemas.microsoft.com/office/drawing/2014/main" id="{8346DD50-1A5B-426A-3475-BF840059F333}"/>
              </a:ext>
            </a:extLst>
          </p:cNvPr>
          <p:cNvSpPr>
            <a:spLocks noGrp="1"/>
          </p:cNvSpPr>
          <p:nvPr>
            <p:ph idx="1"/>
          </p:nvPr>
        </p:nvSpPr>
        <p:spPr/>
        <p:txBody>
          <a:bodyPr/>
          <a:lstStyle/>
          <a:p>
            <a:r>
              <a:rPr lang="en-US" b="0" i="0">
                <a:solidFill>
                  <a:srgbClr val="242424"/>
                </a:solidFill>
                <a:effectLst/>
                <a:latin typeface="source-serif-pro"/>
              </a:rPr>
              <a:t>Logical Addressing with IP:</a:t>
            </a:r>
            <a:br>
              <a:rPr lang="en-US"/>
            </a:br>
            <a:r>
              <a:rPr lang="en-US" b="0" i="0">
                <a:solidFill>
                  <a:srgbClr val="242424"/>
                </a:solidFill>
                <a:effectLst/>
                <a:latin typeface="source-serif-pro"/>
              </a:rPr>
              <a:t>To accommodate the vast number of hosts on diverse networks, TCP/IP introduces logical addressing. IP takes charge of this addressing mechanism, ensuring that data packets reach the appropriate networks and nodes. It employs techniques such as network classes, subnets, and CIDR to efficiently manage network addressing.</a:t>
            </a:r>
            <a:endParaRPr lang="en-IN"/>
          </a:p>
        </p:txBody>
      </p:sp>
    </p:spTree>
    <p:extLst>
      <p:ext uri="{BB962C8B-B14F-4D97-AF65-F5344CB8AC3E}">
        <p14:creationId xmlns:p14="http://schemas.microsoft.com/office/powerpoint/2010/main" val="388500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8A56B-8756-A395-D856-B58395D07D8F}"/>
              </a:ext>
            </a:extLst>
          </p:cNvPr>
          <p:cNvSpPr>
            <a:spLocks noGrp="1"/>
          </p:cNvSpPr>
          <p:nvPr>
            <p:ph type="title"/>
          </p:nvPr>
        </p:nvSpPr>
        <p:spPr/>
        <p:txBody>
          <a:bodyPr/>
          <a:lstStyle/>
          <a:p>
            <a:r>
              <a:rPr lang="en-IN"/>
              <a:t>Key functions…</a:t>
            </a:r>
          </a:p>
        </p:txBody>
      </p:sp>
      <p:sp>
        <p:nvSpPr>
          <p:cNvPr id="3" name="Content Placeholder 2">
            <a:extLst>
              <a:ext uri="{FF2B5EF4-FFF2-40B4-BE49-F238E27FC236}">
                <a16:creationId xmlns:a16="http://schemas.microsoft.com/office/drawing/2014/main" id="{76E97AB2-FFAD-82A0-5E72-22A4BB73786B}"/>
              </a:ext>
            </a:extLst>
          </p:cNvPr>
          <p:cNvSpPr>
            <a:spLocks noGrp="1"/>
          </p:cNvSpPr>
          <p:nvPr>
            <p:ph idx="1"/>
          </p:nvPr>
        </p:nvSpPr>
        <p:spPr/>
        <p:txBody>
          <a:bodyPr/>
          <a:lstStyle/>
          <a:p>
            <a:r>
              <a:rPr lang="en-US" b="0" i="0">
                <a:solidFill>
                  <a:srgbClr val="242424"/>
                </a:solidFill>
                <a:effectLst/>
                <a:latin typeface="source-serif-pro"/>
              </a:rPr>
              <a:t>Routing with IP:</a:t>
            </a:r>
            <a:br>
              <a:rPr lang="en-US"/>
            </a:br>
            <a:r>
              <a:rPr lang="en-US" b="0" i="0">
                <a:solidFill>
                  <a:srgbClr val="242424"/>
                </a:solidFill>
                <a:effectLst/>
                <a:latin typeface="source-serif-pro"/>
              </a:rPr>
              <a:t>IP handles the critical task of routing data packets from the source to the destination. By determining the next node at each step along the transmission path, IP ensures that data packets reach their intended destinations, even if the specific location is unknown to the sender.</a:t>
            </a:r>
            <a:endParaRPr lang="en-IN"/>
          </a:p>
        </p:txBody>
      </p:sp>
    </p:spTree>
    <p:extLst>
      <p:ext uri="{BB962C8B-B14F-4D97-AF65-F5344CB8AC3E}">
        <p14:creationId xmlns:p14="http://schemas.microsoft.com/office/powerpoint/2010/main" val="5005173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9093-20AD-8B58-446F-BC11641CEC21}"/>
              </a:ext>
            </a:extLst>
          </p:cNvPr>
          <p:cNvSpPr>
            <a:spLocks noGrp="1"/>
          </p:cNvSpPr>
          <p:nvPr>
            <p:ph type="title"/>
          </p:nvPr>
        </p:nvSpPr>
        <p:spPr/>
        <p:txBody>
          <a:bodyPr/>
          <a:lstStyle/>
          <a:p>
            <a:r>
              <a:rPr lang="en-IN"/>
              <a:t>Key functions…</a:t>
            </a:r>
          </a:p>
        </p:txBody>
      </p:sp>
      <p:sp>
        <p:nvSpPr>
          <p:cNvPr id="3" name="Content Placeholder 2">
            <a:extLst>
              <a:ext uri="{FF2B5EF4-FFF2-40B4-BE49-F238E27FC236}">
                <a16:creationId xmlns:a16="http://schemas.microsoft.com/office/drawing/2014/main" id="{1C3910E0-B4A4-2CFD-8BE1-2AC5A36903FD}"/>
              </a:ext>
            </a:extLst>
          </p:cNvPr>
          <p:cNvSpPr>
            <a:spLocks noGrp="1"/>
          </p:cNvSpPr>
          <p:nvPr>
            <p:ph idx="1"/>
          </p:nvPr>
        </p:nvSpPr>
        <p:spPr/>
        <p:txBody>
          <a:bodyPr/>
          <a:lstStyle/>
          <a:p>
            <a:r>
              <a:rPr lang="en-US" b="0" i="0">
                <a:solidFill>
                  <a:srgbClr val="242424"/>
                </a:solidFill>
                <a:effectLst/>
                <a:latin typeface="source-serif-pro"/>
              </a:rPr>
              <a:t>Error and Flow Control with TCP:</a:t>
            </a:r>
            <a:br>
              <a:rPr lang="en-US"/>
            </a:br>
            <a:r>
              <a:rPr lang="en-US" b="0" i="0">
                <a:solidFill>
                  <a:srgbClr val="242424"/>
                </a:solidFill>
                <a:effectLst/>
                <a:latin typeface="source-serif-pro"/>
              </a:rPr>
              <a:t>TCP establishes a virtual connection between senders and receivers, maintaining continuous communication. It incorporates error and flow control mechanisms, enabling reliable data transfer and ensuring that connections remain intact throughout the process.</a:t>
            </a:r>
            <a:endParaRPr lang="en-IN"/>
          </a:p>
        </p:txBody>
      </p:sp>
    </p:spTree>
    <p:extLst>
      <p:ext uri="{BB962C8B-B14F-4D97-AF65-F5344CB8AC3E}">
        <p14:creationId xmlns:p14="http://schemas.microsoft.com/office/powerpoint/2010/main" val="25926522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CF2B-84A1-B01C-07FB-8037CD1AB18B}"/>
              </a:ext>
            </a:extLst>
          </p:cNvPr>
          <p:cNvSpPr>
            <a:spLocks noGrp="1"/>
          </p:cNvSpPr>
          <p:nvPr>
            <p:ph type="title"/>
          </p:nvPr>
        </p:nvSpPr>
        <p:spPr/>
        <p:txBody>
          <a:bodyPr/>
          <a:lstStyle/>
          <a:p>
            <a:r>
              <a:rPr lang="en-IN"/>
              <a:t>Key functions…</a:t>
            </a:r>
          </a:p>
        </p:txBody>
      </p:sp>
      <p:sp>
        <p:nvSpPr>
          <p:cNvPr id="3" name="Content Placeholder 2">
            <a:extLst>
              <a:ext uri="{FF2B5EF4-FFF2-40B4-BE49-F238E27FC236}">
                <a16:creationId xmlns:a16="http://schemas.microsoft.com/office/drawing/2014/main" id="{8E3B832B-9462-F4FF-AA15-FDAACAB3C2ED}"/>
              </a:ext>
            </a:extLst>
          </p:cNvPr>
          <p:cNvSpPr>
            <a:spLocks noGrp="1"/>
          </p:cNvSpPr>
          <p:nvPr>
            <p:ph idx="1"/>
          </p:nvPr>
        </p:nvSpPr>
        <p:spPr/>
        <p:txBody>
          <a:bodyPr/>
          <a:lstStyle/>
          <a:p>
            <a:r>
              <a:rPr lang="en-US" b="0" i="0">
                <a:solidFill>
                  <a:srgbClr val="242424"/>
                </a:solidFill>
                <a:effectLst/>
                <a:latin typeface="source-serif-pro"/>
              </a:rPr>
              <a:t>Application Support with TCP:</a:t>
            </a:r>
            <a:br>
              <a:rPr lang="en-US"/>
            </a:br>
            <a:r>
              <a:rPr lang="en-US" b="0" i="0">
                <a:solidFill>
                  <a:srgbClr val="242424"/>
                </a:solidFill>
                <a:effectLst/>
                <a:latin typeface="source-serif-pro"/>
              </a:rPr>
              <a:t>TCP offers support to applications through the concept of ports. By assigning unique TCP and UDP ports, it allows for the seamless differentiation of specific applications and their corresponding communication links. This abstraction layer simplifies the communication process and enhances the overall functionality of applications.</a:t>
            </a:r>
            <a:endParaRPr lang="en-IN"/>
          </a:p>
        </p:txBody>
      </p:sp>
    </p:spTree>
    <p:extLst>
      <p:ext uri="{BB962C8B-B14F-4D97-AF65-F5344CB8AC3E}">
        <p14:creationId xmlns:p14="http://schemas.microsoft.com/office/powerpoint/2010/main" val="286048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8C5F8-EF6A-0C8A-4F0F-854F0DD09AD0}"/>
              </a:ext>
            </a:extLst>
          </p:cNvPr>
          <p:cNvSpPr>
            <a:spLocks noGrp="1"/>
          </p:cNvSpPr>
          <p:nvPr>
            <p:ph type="title"/>
          </p:nvPr>
        </p:nvSpPr>
        <p:spPr/>
        <p:txBody>
          <a:bodyPr/>
          <a:lstStyle/>
          <a:p>
            <a:r>
              <a:rPr lang="en-IN"/>
              <a:t>Key functions…</a:t>
            </a:r>
          </a:p>
        </p:txBody>
      </p:sp>
      <p:sp>
        <p:nvSpPr>
          <p:cNvPr id="3" name="Content Placeholder 2">
            <a:extLst>
              <a:ext uri="{FF2B5EF4-FFF2-40B4-BE49-F238E27FC236}">
                <a16:creationId xmlns:a16="http://schemas.microsoft.com/office/drawing/2014/main" id="{BAE2018B-75AD-54D4-F4AF-42A5052FB91A}"/>
              </a:ext>
            </a:extLst>
          </p:cNvPr>
          <p:cNvSpPr>
            <a:spLocks noGrp="1"/>
          </p:cNvSpPr>
          <p:nvPr>
            <p:ph idx="1"/>
          </p:nvPr>
        </p:nvSpPr>
        <p:spPr/>
        <p:txBody>
          <a:bodyPr/>
          <a:lstStyle/>
          <a:p>
            <a:r>
              <a:rPr lang="en-US" b="0" i="0">
                <a:solidFill>
                  <a:srgbClr val="242424"/>
                </a:solidFill>
                <a:effectLst/>
                <a:latin typeface="source-serif-pro"/>
              </a:rPr>
              <a:t>Name Resolution with DNS:</a:t>
            </a:r>
            <a:br>
              <a:rPr lang="en-US"/>
            </a:br>
            <a:r>
              <a:rPr lang="en-US" b="0" i="0">
                <a:solidFill>
                  <a:srgbClr val="242424"/>
                </a:solidFill>
                <a:effectLst/>
                <a:latin typeface="source-serif-pro"/>
              </a:rPr>
              <a:t>TCP/IP relies on the Domain Name System (DNS) to provide name resolution services. DNS translates Fully Qualified Domain Names (FQDNs) into IP addresses, allowing users to access desired hosts on the internet by using their specified names.</a:t>
            </a:r>
            <a:endParaRPr lang="en-IN"/>
          </a:p>
        </p:txBody>
      </p:sp>
    </p:spTree>
    <p:extLst>
      <p:ext uri="{BB962C8B-B14F-4D97-AF65-F5344CB8AC3E}">
        <p14:creationId xmlns:p14="http://schemas.microsoft.com/office/powerpoint/2010/main" val="33680404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0E7EB0-2C0E-26CB-4D42-0A31875C0195}"/>
              </a:ext>
            </a:extLst>
          </p:cNvPr>
          <p:cNvSpPr>
            <a:spLocks noGrp="1"/>
          </p:cNvSpPr>
          <p:nvPr>
            <p:ph type="title"/>
          </p:nvPr>
        </p:nvSpPr>
        <p:spPr/>
        <p:txBody>
          <a:bodyPr/>
          <a:lstStyle/>
          <a:p>
            <a:r>
              <a:rPr lang="en-IN"/>
              <a:t>IP Addressing and subnetting</a:t>
            </a:r>
          </a:p>
        </p:txBody>
      </p:sp>
      <p:sp>
        <p:nvSpPr>
          <p:cNvPr id="5" name="Text Placeholder 4">
            <a:extLst>
              <a:ext uri="{FF2B5EF4-FFF2-40B4-BE49-F238E27FC236}">
                <a16:creationId xmlns:a16="http://schemas.microsoft.com/office/drawing/2014/main" id="{C7E967A4-2F18-6007-6581-A5898318D3F0}"/>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499396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9020-C6A4-4AE6-F99C-203C529E5D8E}"/>
              </a:ext>
            </a:extLst>
          </p:cNvPr>
          <p:cNvSpPr>
            <a:spLocks noGrp="1"/>
          </p:cNvSpPr>
          <p:nvPr>
            <p:ph type="title"/>
          </p:nvPr>
        </p:nvSpPr>
        <p:spPr/>
        <p:txBody>
          <a:bodyPr/>
          <a:lstStyle/>
          <a:p>
            <a:r>
              <a:rPr lang="en-US"/>
              <a:t>IP addressing</a:t>
            </a:r>
            <a:endParaRPr lang="en-IN"/>
          </a:p>
        </p:txBody>
      </p:sp>
      <p:sp>
        <p:nvSpPr>
          <p:cNvPr id="3" name="Content Placeholder 2">
            <a:extLst>
              <a:ext uri="{FF2B5EF4-FFF2-40B4-BE49-F238E27FC236}">
                <a16:creationId xmlns:a16="http://schemas.microsoft.com/office/drawing/2014/main" id="{6E4C31F1-0B2E-0A10-0DA2-710D551094D1}"/>
              </a:ext>
            </a:extLst>
          </p:cNvPr>
          <p:cNvSpPr>
            <a:spLocks noGrp="1"/>
          </p:cNvSpPr>
          <p:nvPr>
            <p:ph idx="1"/>
          </p:nvPr>
        </p:nvSpPr>
        <p:spPr/>
        <p:txBody>
          <a:bodyPr/>
          <a:lstStyle/>
          <a:p>
            <a:r>
              <a:rPr lang="en-US" b="0" i="0">
                <a:solidFill>
                  <a:srgbClr val="001D35"/>
                </a:solidFill>
                <a:effectLst/>
                <a:latin typeface="Google Sans"/>
              </a:rPr>
              <a:t>IP addressing and subnetting are fundamental concepts in networking that ensure efficient communication between devices on a network. IP addressing assigns unique identifiers (IP addresses) to each device, while subnetting divides larger networks into smaller, more manageable segments called subnets. This allows for better IP address management, security, and network organization. </a:t>
            </a:r>
            <a:endParaRPr lang="en-IN"/>
          </a:p>
        </p:txBody>
      </p:sp>
    </p:spTree>
    <p:extLst>
      <p:ext uri="{BB962C8B-B14F-4D97-AF65-F5344CB8AC3E}">
        <p14:creationId xmlns:p14="http://schemas.microsoft.com/office/powerpoint/2010/main" val="16133790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9F849-1E22-FA5C-A704-83AAA0D5C459}"/>
              </a:ext>
            </a:extLst>
          </p:cNvPr>
          <p:cNvSpPr>
            <a:spLocks noGrp="1"/>
          </p:cNvSpPr>
          <p:nvPr>
            <p:ph type="title"/>
          </p:nvPr>
        </p:nvSpPr>
        <p:spPr/>
        <p:txBody>
          <a:bodyPr/>
          <a:lstStyle/>
          <a:p>
            <a:r>
              <a:rPr lang="en-US"/>
              <a:t>IP Addressing</a:t>
            </a:r>
            <a:endParaRPr lang="en-IN"/>
          </a:p>
        </p:txBody>
      </p:sp>
      <p:sp>
        <p:nvSpPr>
          <p:cNvPr id="3" name="Content Placeholder 2">
            <a:extLst>
              <a:ext uri="{FF2B5EF4-FFF2-40B4-BE49-F238E27FC236}">
                <a16:creationId xmlns:a16="http://schemas.microsoft.com/office/drawing/2014/main" id="{E2008B9E-30BC-1C53-C8CB-616CB20ACE00}"/>
              </a:ext>
            </a:extLst>
          </p:cNvPr>
          <p:cNvSpPr>
            <a:spLocks noGrp="1"/>
          </p:cNvSpPr>
          <p:nvPr>
            <p:ph idx="1"/>
          </p:nvPr>
        </p:nvSpPr>
        <p:spPr/>
        <p:txBody>
          <a:bodyPr/>
          <a:lstStyle/>
          <a:p>
            <a:endParaRPr lang="en-IN"/>
          </a:p>
        </p:txBody>
      </p:sp>
      <p:pic>
        <p:nvPicPr>
          <p:cNvPr id="1026" name="Picture 2" descr="Subnetting Tutorial – Subnetting Explained with Examples">
            <a:extLst>
              <a:ext uri="{FF2B5EF4-FFF2-40B4-BE49-F238E27FC236}">
                <a16:creationId xmlns:a16="http://schemas.microsoft.com/office/drawing/2014/main" id="{FCBCB44E-FF68-2EAB-0DE0-6C1C9A7408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5714"/>
          <a:stretch/>
        </p:blipFill>
        <p:spPr bwMode="auto">
          <a:xfrm>
            <a:off x="5213124" y="2406121"/>
            <a:ext cx="5466292" cy="3482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3510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69AC5-C190-9755-E8F2-B9B6B0164EE5}"/>
              </a:ext>
            </a:extLst>
          </p:cNvPr>
          <p:cNvSpPr>
            <a:spLocks noGrp="1"/>
          </p:cNvSpPr>
          <p:nvPr>
            <p:ph type="title"/>
          </p:nvPr>
        </p:nvSpPr>
        <p:spPr/>
        <p:txBody>
          <a:bodyPr/>
          <a:lstStyle/>
          <a:p>
            <a:r>
              <a:rPr lang="en-US"/>
              <a:t>IP Addressing</a:t>
            </a:r>
            <a:endParaRPr lang="en-IN"/>
          </a:p>
        </p:txBody>
      </p:sp>
      <p:sp>
        <p:nvSpPr>
          <p:cNvPr id="3" name="Content Placeholder 2">
            <a:extLst>
              <a:ext uri="{FF2B5EF4-FFF2-40B4-BE49-F238E27FC236}">
                <a16:creationId xmlns:a16="http://schemas.microsoft.com/office/drawing/2014/main" id="{7BC69F7F-BEE6-E2EB-E907-05314213534C}"/>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Computers work with IPv4 addresses as 32-bit binary strings. Humans usually convert binary to a dotted decimal address, which is easier to write and understand. For example, the binary string 11000000.00000000.00000010.00000010 converts to the IP address 192.0.2.2. Its associated subnet mask converts from 11111111.11111111.11111111.11111100 to 255.255.255.252.</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7476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C6A1-6519-AB45-7105-3C4044775BF7}"/>
              </a:ext>
            </a:extLst>
          </p:cNvPr>
          <p:cNvSpPr>
            <a:spLocks noGrp="1"/>
          </p:cNvSpPr>
          <p:nvPr>
            <p:ph type="title"/>
          </p:nvPr>
        </p:nvSpPr>
        <p:spPr/>
        <p:txBody>
          <a:bodyPr/>
          <a:lstStyle/>
          <a:p>
            <a:r>
              <a:rPr lang="en-US"/>
              <a:t>Subnet</a:t>
            </a:r>
            <a:endParaRPr lang="en-IN"/>
          </a:p>
        </p:txBody>
      </p:sp>
      <p:sp>
        <p:nvSpPr>
          <p:cNvPr id="3" name="Content Placeholder 2">
            <a:extLst>
              <a:ext uri="{FF2B5EF4-FFF2-40B4-BE49-F238E27FC236}">
                <a16:creationId xmlns:a16="http://schemas.microsoft.com/office/drawing/2014/main" id="{31FD0E81-C1AC-52A7-2252-EC80D70222F7}"/>
              </a:ext>
            </a:extLst>
          </p:cNvPr>
          <p:cNvSpPr>
            <a:spLocks noGrp="1"/>
          </p:cNvSpPr>
          <p:nvPr>
            <p:ph idx="1"/>
          </p:nvPr>
        </p:nvSpPr>
        <p:spPr/>
        <p:txBody>
          <a:bodyPr/>
          <a:lstStyle/>
          <a:p>
            <a:r>
              <a:rPr lang="en-US" b="0" i="0">
                <a:effectLst/>
                <a:latin typeface="Times New Roman" panose="02020603050405020304" pitchFamily="18" charset="0"/>
                <a:cs typeface="Times New Roman" panose="02020603050405020304" pitchFamily="18" charset="0"/>
              </a:rPr>
              <a:t>Subnet masks clarify which part of the address is the network ID and which is the host ID. Routers, computers and network troubleshooters use IP addresses and subnet masks to manage network traffic, which ensures information sent from one system arrives at its destination.</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64006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DCA29-66FC-B5F3-6E8D-A46EA32023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169307-980C-A381-7F80-5AE2D691C3E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12940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94C64-4767-1716-46B2-597C61C696DD}"/>
              </a:ext>
            </a:extLst>
          </p:cNvPr>
          <p:cNvSpPr>
            <a:spLocks noGrp="1"/>
          </p:cNvSpPr>
          <p:nvPr>
            <p:ph type="title"/>
          </p:nvPr>
        </p:nvSpPr>
        <p:spPr/>
        <p:txBody>
          <a:bodyPr/>
          <a:lstStyle/>
          <a:p>
            <a:r>
              <a:rPr lang="en-US"/>
              <a:t>IP addressing fundamentals</a:t>
            </a:r>
            <a:endParaRPr lang="en-IN"/>
          </a:p>
        </p:txBody>
      </p:sp>
      <p:sp>
        <p:nvSpPr>
          <p:cNvPr id="3" name="Content Placeholder 2">
            <a:extLst>
              <a:ext uri="{FF2B5EF4-FFF2-40B4-BE49-F238E27FC236}">
                <a16:creationId xmlns:a16="http://schemas.microsoft.com/office/drawing/2014/main" id="{0552ACD7-F750-C939-5F9F-2C20C7C7E1C0}"/>
              </a:ext>
            </a:extLst>
          </p:cNvPr>
          <p:cNvSpPr>
            <a:spLocks noGrp="1"/>
          </p:cNvSpPr>
          <p:nvPr>
            <p:ph idx="1"/>
          </p:nvPr>
        </p:nvSpPr>
        <p:spPr/>
        <p:txBody>
          <a:bodyPr/>
          <a:lstStyle/>
          <a:p>
            <a:r>
              <a:rPr lang="en-US"/>
              <a:t>Physical address</a:t>
            </a:r>
          </a:p>
          <a:p>
            <a:r>
              <a:rPr lang="en-US"/>
              <a:t>Logical address</a:t>
            </a:r>
          </a:p>
          <a:p>
            <a:r>
              <a:rPr lang="en-US"/>
              <a:t>Hostname</a:t>
            </a:r>
            <a:endParaRPr lang="en-IN"/>
          </a:p>
        </p:txBody>
      </p:sp>
      <p:pic>
        <p:nvPicPr>
          <p:cNvPr id="2050" name="Picture 2" descr="Diagram of a workstation with a hostname, IP address and MAC address.">
            <a:extLst>
              <a:ext uri="{FF2B5EF4-FFF2-40B4-BE49-F238E27FC236}">
                <a16:creationId xmlns:a16="http://schemas.microsoft.com/office/drawing/2014/main" id="{0B6E5560-2C59-2142-B3C8-4C7F4808C0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685" y="2853531"/>
            <a:ext cx="7722498" cy="3323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8003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B4E16-3367-266B-8CAC-2D9095038011}"/>
              </a:ext>
            </a:extLst>
          </p:cNvPr>
          <p:cNvSpPr>
            <a:spLocks noGrp="1"/>
          </p:cNvSpPr>
          <p:nvPr>
            <p:ph type="title"/>
          </p:nvPr>
        </p:nvSpPr>
        <p:spPr/>
        <p:txBody>
          <a:bodyPr/>
          <a:lstStyle/>
          <a:p>
            <a:r>
              <a:rPr lang="en-IN"/>
              <a:t>Types</a:t>
            </a:r>
          </a:p>
        </p:txBody>
      </p:sp>
      <p:sp>
        <p:nvSpPr>
          <p:cNvPr id="3" name="Content Placeholder 2">
            <a:extLst>
              <a:ext uri="{FF2B5EF4-FFF2-40B4-BE49-F238E27FC236}">
                <a16:creationId xmlns:a16="http://schemas.microsoft.com/office/drawing/2014/main" id="{814D5500-A3CE-E51D-0DB0-E5419B751051}"/>
              </a:ext>
            </a:extLst>
          </p:cNvPr>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IPv4 addresses are divided into five classes (A, B, C, D, and E), determined by the first octet of the address, to accommodate different network sizes and uses. Classes A, B, and C are for general networking with varying numbers of hosts, Class D is reserved for multicasting, and Class E is set aside for experimental purposes</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6243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D850E-0D0E-8693-4598-198358DE7B0D}"/>
              </a:ext>
            </a:extLst>
          </p:cNvPr>
          <p:cNvSpPr>
            <a:spLocks noGrp="1"/>
          </p:cNvSpPr>
          <p:nvPr>
            <p:ph type="title"/>
          </p:nvPr>
        </p:nvSpPr>
        <p:spPr/>
        <p:txBody>
          <a:bodyPr/>
          <a:lstStyle/>
          <a:p>
            <a:r>
              <a:rPr lang="en-IN"/>
              <a:t>Types of IPV4</a:t>
            </a:r>
          </a:p>
        </p:txBody>
      </p:sp>
      <p:sp>
        <p:nvSpPr>
          <p:cNvPr id="3" name="Content Placeholder 2">
            <a:extLst>
              <a:ext uri="{FF2B5EF4-FFF2-40B4-BE49-F238E27FC236}">
                <a16:creationId xmlns:a16="http://schemas.microsoft.com/office/drawing/2014/main" id="{ED848E10-E42C-7B84-5A55-16C76678953E}"/>
              </a:ext>
            </a:extLst>
          </p:cNvPr>
          <p:cNvSpPr>
            <a:spLocks noGrp="1"/>
          </p:cNvSpPr>
          <p:nvPr>
            <p:ph idx="1"/>
          </p:nvPr>
        </p:nvSpPr>
        <p:spPr/>
        <p:txBody>
          <a:bodyPr/>
          <a:lstStyle/>
          <a:p>
            <a:r>
              <a:rPr lang="en-IN" b="1"/>
              <a:t>Class A </a:t>
            </a:r>
            <a:r>
              <a:rPr lang="en-IN"/>
              <a:t>The first octet Ranges from 0 to 126</a:t>
            </a:r>
          </a:p>
          <a:p>
            <a:pPr marL="0" indent="0">
              <a:buNone/>
            </a:pPr>
            <a:r>
              <a:rPr lang="en-IN"/>
              <a:t>Purpose: used in very large networks with very large number of devices. N.H.H.H</a:t>
            </a:r>
          </a:p>
          <a:p>
            <a:r>
              <a:rPr lang="en-IN" b="1"/>
              <a:t>Class B </a:t>
            </a:r>
            <a:r>
              <a:rPr lang="en-IN"/>
              <a:t>First octet range 128 - 191</a:t>
            </a:r>
          </a:p>
          <a:p>
            <a:pPr marL="0" indent="0">
              <a:buNone/>
            </a:pPr>
            <a:r>
              <a:rPr lang="en-IN"/>
              <a:t>Purpose: Designated for medium to large industry and networks like schools or colleges or a medium sized industry</a:t>
            </a:r>
          </a:p>
          <a:p>
            <a:pPr marL="0" indent="0">
              <a:buNone/>
            </a:pPr>
            <a:r>
              <a:rPr lang="en-IN"/>
              <a:t>N.N.H.H</a:t>
            </a:r>
          </a:p>
        </p:txBody>
      </p:sp>
    </p:spTree>
    <p:extLst>
      <p:ext uri="{BB962C8B-B14F-4D97-AF65-F5344CB8AC3E}">
        <p14:creationId xmlns:p14="http://schemas.microsoft.com/office/powerpoint/2010/main" val="13784760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5A5D6-9B85-F820-8E7A-197EBE2CA88A}"/>
              </a:ext>
            </a:extLst>
          </p:cNvPr>
          <p:cNvSpPr>
            <a:spLocks noGrp="1"/>
          </p:cNvSpPr>
          <p:nvPr>
            <p:ph type="title"/>
          </p:nvPr>
        </p:nvSpPr>
        <p:spPr/>
        <p:txBody>
          <a:bodyPr/>
          <a:lstStyle/>
          <a:p>
            <a:r>
              <a:rPr lang="en-IN"/>
              <a:t>Types of IPV4</a:t>
            </a:r>
          </a:p>
        </p:txBody>
      </p:sp>
      <p:sp>
        <p:nvSpPr>
          <p:cNvPr id="3" name="Content Placeholder 2">
            <a:extLst>
              <a:ext uri="{FF2B5EF4-FFF2-40B4-BE49-F238E27FC236}">
                <a16:creationId xmlns:a16="http://schemas.microsoft.com/office/drawing/2014/main" id="{BEC964A9-55F9-16BF-F469-A4C56E0CD49A}"/>
              </a:ext>
            </a:extLst>
          </p:cNvPr>
          <p:cNvSpPr>
            <a:spLocks noGrp="1"/>
          </p:cNvSpPr>
          <p:nvPr>
            <p:ph idx="1"/>
          </p:nvPr>
        </p:nvSpPr>
        <p:spPr/>
        <p:txBody>
          <a:bodyPr/>
          <a:lstStyle/>
          <a:p>
            <a:r>
              <a:rPr lang="en-IN" b="1"/>
              <a:t>Class C </a:t>
            </a:r>
            <a:r>
              <a:rPr lang="en-IN"/>
              <a:t>First octet 192-223</a:t>
            </a:r>
          </a:p>
          <a:p>
            <a:pPr marL="0" indent="0">
              <a:buNone/>
            </a:pPr>
            <a:r>
              <a:rPr lang="en-IN"/>
              <a:t>Purpose: implemented by small scale industries or residential environments N.N.N.H</a:t>
            </a:r>
          </a:p>
          <a:p>
            <a:r>
              <a:rPr lang="en-IN" b="1"/>
              <a:t>Class D</a:t>
            </a:r>
            <a:r>
              <a:rPr lang="en-IN"/>
              <a:t> First octet 224-239</a:t>
            </a:r>
          </a:p>
          <a:p>
            <a:pPr marL="0" indent="0">
              <a:buNone/>
            </a:pPr>
            <a:r>
              <a:rPr lang="en-IN"/>
              <a:t>Purpose multicasting, to send single data to multiple users</a:t>
            </a:r>
          </a:p>
          <a:p>
            <a:r>
              <a:rPr lang="en-IN" b="1"/>
              <a:t>Class E </a:t>
            </a:r>
            <a:r>
              <a:rPr lang="en-IN"/>
              <a:t>first octet 240-255</a:t>
            </a:r>
          </a:p>
          <a:p>
            <a:pPr marL="0" indent="0">
              <a:buNone/>
            </a:pPr>
            <a:r>
              <a:rPr lang="en-IN"/>
              <a:t>Purpose reserved for research and development.</a:t>
            </a:r>
          </a:p>
        </p:txBody>
      </p:sp>
    </p:spTree>
    <p:extLst>
      <p:ext uri="{BB962C8B-B14F-4D97-AF65-F5344CB8AC3E}">
        <p14:creationId xmlns:p14="http://schemas.microsoft.com/office/powerpoint/2010/main" val="26019405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A1E1F-6A1E-851C-D893-715E83CB1079}"/>
              </a:ext>
            </a:extLst>
          </p:cNvPr>
          <p:cNvSpPr>
            <a:spLocks noGrp="1"/>
          </p:cNvSpPr>
          <p:nvPr>
            <p:ph type="title"/>
          </p:nvPr>
        </p:nvSpPr>
        <p:spPr/>
        <p:txBody>
          <a:bodyPr/>
          <a:lstStyle/>
          <a:p>
            <a:r>
              <a:rPr lang="en-US"/>
              <a:t>Network Topologies</a:t>
            </a:r>
          </a:p>
        </p:txBody>
      </p:sp>
      <p:sp>
        <p:nvSpPr>
          <p:cNvPr id="3" name="Content Placeholder 2">
            <a:extLst>
              <a:ext uri="{FF2B5EF4-FFF2-40B4-BE49-F238E27FC236}">
                <a16:creationId xmlns:a16="http://schemas.microsoft.com/office/drawing/2014/main" id="{75D5A9EF-17D8-5842-7C3D-38F8CF88D19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445218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170A2-3EEF-3470-5EA9-CC7EA7D9BB3A}"/>
              </a:ext>
            </a:extLst>
          </p:cNvPr>
          <p:cNvSpPr>
            <a:spLocks noGrp="1"/>
          </p:cNvSpPr>
          <p:nvPr>
            <p:ph type="title"/>
          </p:nvPr>
        </p:nvSpPr>
        <p:spPr/>
        <p:txBody>
          <a:bodyPr/>
          <a:lstStyle/>
          <a:p>
            <a:r>
              <a:rPr lang="en-US"/>
              <a:t>What is topology</a:t>
            </a:r>
          </a:p>
        </p:txBody>
      </p:sp>
      <p:sp>
        <p:nvSpPr>
          <p:cNvPr id="3" name="Content Placeholder 2">
            <a:extLst>
              <a:ext uri="{FF2B5EF4-FFF2-40B4-BE49-F238E27FC236}">
                <a16:creationId xmlns:a16="http://schemas.microsoft.com/office/drawing/2014/main" id="{4250A488-39D9-26D8-CA58-FA1BCA2AB89D}"/>
              </a:ext>
            </a:extLst>
          </p:cNvPr>
          <p:cNvSpPr>
            <a:spLocks noGrp="1"/>
          </p:cNvSpPr>
          <p:nvPr>
            <p:ph idx="1"/>
          </p:nvPr>
        </p:nvSpPr>
        <p:spPr/>
        <p:txBody>
          <a:bodyPr vert="horz" lIns="91440" tIns="45720" rIns="91440" bIns="45720" rtlCol="0" anchor="t">
            <a:normAutofit/>
          </a:bodyPr>
          <a:lstStyle/>
          <a:p>
            <a:r>
              <a:rPr lang="en-US">
                <a:latin typeface="Times New Roman"/>
                <a:ea typeface="Verdana"/>
                <a:cs typeface="Times New Roman"/>
              </a:rPr>
              <a:t>A Network Topology is the arrangement with which computer systems or network devices are connected to each other. Topologies may define both physical and logical aspect of the network. Both logical and physical topologies could be same or different in a same network.</a:t>
            </a:r>
            <a:endParaRPr lang="en-US">
              <a:latin typeface="Times New Roman"/>
              <a:cs typeface="Times New Roman"/>
            </a:endParaRPr>
          </a:p>
        </p:txBody>
      </p:sp>
    </p:spTree>
    <p:extLst>
      <p:ext uri="{BB962C8B-B14F-4D97-AF65-F5344CB8AC3E}">
        <p14:creationId xmlns:p14="http://schemas.microsoft.com/office/powerpoint/2010/main" val="6760126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73900-B23C-D9FE-5817-AA3F59F72421}"/>
              </a:ext>
            </a:extLst>
          </p:cNvPr>
          <p:cNvSpPr>
            <a:spLocks noGrp="1"/>
          </p:cNvSpPr>
          <p:nvPr>
            <p:ph type="title"/>
          </p:nvPr>
        </p:nvSpPr>
        <p:spPr/>
        <p:txBody>
          <a:bodyPr/>
          <a:lstStyle/>
          <a:p>
            <a:r>
              <a:rPr lang="en-US"/>
              <a:t>Types of topologies</a:t>
            </a:r>
          </a:p>
        </p:txBody>
      </p:sp>
      <p:sp>
        <p:nvSpPr>
          <p:cNvPr id="3" name="Content Placeholder 2">
            <a:extLst>
              <a:ext uri="{FF2B5EF4-FFF2-40B4-BE49-F238E27FC236}">
                <a16:creationId xmlns:a16="http://schemas.microsoft.com/office/drawing/2014/main" id="{544E868C-A6DD-F312-C9B6-8C84D1999D5D}"/>
              </a:ext>
            </a:extLst>
          </p:cNvPr>
          <p:cNvSpPr>
            <a:spLocks noGrp="1"/>
          </p:cNvSpPr>
          <p:nvPr>
            <p:ph idx="1"/>
          </p:nvPr>
        </p:nvSpPr>
        <p:spPr/>
        <p:txBody>
          <a:bodyPr vert="horz" lIns="91440" tIns="45720" rIns="91440" bIns="45720" rtlCol="0" anchor="t">
            <a:normAutofit lnSpcReduction="10000"/>
          </a:bodyPr>
          <a:lstStyle/>
          <a:p>
            <a:pPr algn="just"/>
            <a:r>
              <a:rPr lang="en-US">
                <a:latin typeface="Times New Roman"/>
                <a:ea typeface="Verdana"/>
                <a:cs typeface="Times New Roman"/>
              </a:rPr>
              <a:t>Point-to-Point Topology</a:t>
            </a:r>
            <a:endParaRPr lang="en-US">
              <a:latin typeface="Times New Roman"/>
              <a:cs typeface="Times New Roman"/>
            </a:endParaRPr>
          </a:p>
          <a:p>
            <a:pPr algn="just"/>
            <a:r>
              <a:rPr lang="en-US">
                <a:latin typeface="Times New Roman"/>
                <a:ea typeface="Verdana"/>
                <a:cs typeface="Times New Roman"/>
              </a:rPr>
              <a:t>Bus Topology</a:t>
            </a:r>
            <a:endParaRPr lang="en-US">
              <a:latin typeface="Times New Roman"/>
              <a:cs typeface="Times New Roman"/>
            </a:endParaRPr>
          </a:p>
          <a:p>
            <a:pPr algn="just"/>
            <a:r>
              <a:rPr lang="en-US">
                <a:latin typeface="Times New Roman"/>
                <a:ea typeface="Verdana"/>
                <a:cs typeface="Times New Roman"/>
              </a:rPr>
              <a:t>Star Topology</a:t>
            </a:r>
            <a:endParaRPr lang="en-US">
              <a:latin typeface="Times New Roman"/>
              <a:cs typeface="Times New Roman"/>
            </a:endParaRPr>
          </a:p>
          <a:p>
            <a:pPr algn="just"/>
            <a:r>
              <a:rPr lang="en-US">
                <a:latin typeface="Times New Roman"/>
                <a:ea typeface="Verdana"/>
                <a:cs typeface="Times New Roman"/>
              </a:rPr>
              <a:t>Ring Topology</a:t>
            </a:r>
            <a:endParaRPr lang="en-US">
              <a:latin typeface="Times New Roman"/>
              <a:cs typeface="Times New Roman"/>
            </a:endParaRPr>
          </a:p>
          <a:p>
            <a:pPr algn="just"/>
            <a:r>
              <a:rPr lang="en-US">
                <a:latin typeface="Times New Roman"/>
                <a:ea typeface="Verdana"/>
                <a:cs typeface="Times New Roman"/>
              </a:rPr>
              <a:t>Mesh Topology</a:t>
            </a:r>
            <a:endParaRPr lang="en-US">
              <a:latin typeface="Times New Roman"/>
              <a:cs typeface="Times New Roman"/>
            </a:endParaRPr>
          </a:p>
          <a:p>
            <a:pPr algn="just"/>
            <a:r>
              <a:rPr lang="en-US">
                <a:latin typeface="Times New Roman"/>
                <a:ea typeface="Verdana"/>
                <a:cs typeface="Times New Roman"/>
              </a:rPr>
              <a:t>Tree Topology</a:t>
            </a:r>
            <a:endParaRPr lang="en-US">
              <a:latin typeface="Times New Roman"/>
              <a:cs typeface="Times New Roman"/>
            </a:endParaRPr>
          </a:p>
          <a:p>
            <a:pPr algn="just"/>
            <a:r>
              <a:rPr lang="en-US">
                <a:latin typeface="Times New Roman"/>
                <a:ea typeface="Verdana"/>
                <a:cs typeface="Times New Roman"/>
              </a:rPr>
              <a:t>Daisy Chain Topology</a:t>
            </a:r>
            <a:endParaRPr lang="en-US">
              <a:latin typeface="Times New Roman"/>
              <a:cs typeface="Times New Roman"/>
            </a:endParaRPr>
          </a:p>
          <a:p>
            <a:pPr algn="just"/>
            <a:r>
              <a:rPr lang="en-US">
                <a:latin typeface="Times New Roman"/>
                <a:ea typeface="Verdana"/>
                <a:cs typeface="Times New Roman"/>
              </a:rPr>
              <a:t>Hybrid Topology</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25821636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47091-CA0C-0938-1794-552EA3C04BF2}"/>
              </a:ext>
            </a:extLst>
          </p:cNvPr>
          <p:cNvSpPr>
            <a:spLocks noGrp="1"/>
          </p:cNvSpPr>
          <p:nvPr>
            <p:ph type="title"/>
          </p:nvPr>
        </p:nvSpPr>
        <p:spPr/>
        <p:txBody>
          <a:bodyPr/>
          <a:lstStyle/>
          <a:p>
            <a:r>
              <a:rPr lang="en-US"/>
              <a:t>Point to Point</a:t>
            </a:r>
          </a:p>
        </p:txBody>
      </p:sp>
      <p:sp>
        <p:nvSpPr>
          <p:cNvPr id="3" name="Content Placeholder 2">
            <a:extLst>
              <a:ext uri="{FF2B5EF4-FFF2-40B4-BE49-F238E27FC236}">
                <a16:creationId xmlns:a16="http://schemas.microsoft.com/office/drawing/2014/main" id="{7B0F217B-9D3C-744D-AE68-D21151357A55}"/>
              </a:ext>
            </a:extLst>
          </p:cNvPr>
          <p:cNvSpPr>
            <a:spLocks noGrp="1"/>
          </p:cNvSpPr>
          <p:nvPr>
            <p:ph idx="1"/>
          </p:nvPr>
        </p:nvSpPr>
        <p:spPr/>
        <p:txBody>
          <a:bodyPr vert="horz" lIns="91440" tIns="45720" rIns="91440" bIns="45720" rtlCol="0" anchor="t">
            <a:normAutofit/>
          </a:bodyPr>
          <a:lstStyle/>
          <a:p>
            <a:r>
              <a:rPr lang="en-US">
                <a:latin typeface="Times New Roman"/>
                <a:ea typeface="Verdana"/>
                <a:cs typeface="Times New Roman"/>
              </a:rPr>
              <a:t>Point-to-point networks contains exactly two hosts such as computer, switches or routers, servers connected back-to-back using a single piece of cable. Often, the receiving end of one host is connected to sending end of the other and vice-versa.</a:t>
            </a:r>
            <a:endParaRPr lang="en-US">
              <a:latin typeface="Times New Roman"/>
              <a:cs typeface="Times New Roman"/>
            </a:endParaRPr>
          </a:p>
        </p:txBody>
      </p:sp>
      <p:pic>
        <p:nvPicPr>
          <p:cNvPr id="4" name="Picture 3" descr="A close-up of a data flow&#10;&#10;AI-generated content may be incorrect.">
            <a:extLst>
              <a:ext uri="{FF2B5EF4-FFF2-40B4-BE49-F238E27FC236}">
                <a16:creationId xmlns:a16="http://schemas.microsoft.com/office/drawing/2014/main" id="{840C0E57-9C64-0FC5-0D4A-90F6215FEF32}"/>
              </a:ext>
            </a:extLst>
          </p:cNvPr>
          <p:cNvPicPr>
            <a:picLocks noChangeAspect="1"/>
          </p:cNvPicPr>
          <p:nvPr/>
        </p:nvPicPr>
        <p:blipFill>
          <a:blip r:embed="rId2"/>
          <a:stretch>
            <a:fillRect/>
          </a:stretch>
        </p:blipFill>
        <p:spPr>
          <a:xfrm>
            <a:off x="1161405" y="4279304"/>
            <a:ext cx="9471799" cy="1731207"/>
          </a:xfrm>
          <a:prstGeom prst="rect">
            <a:avLst/>
          </a:prstGeom>
        </p:spPr>
      </p:pic>
    </p:spTree>
    <p:extLst>
      <p:ext uri="{BB962C8B-B14F-4D97-AF65-F5344CB8AC3E}">
        <p14:creationId xmlns:p14="http://schemas.microsoft.com/office/powerpoint/2010/main" val="36899791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7A6FE-89ED-8891-D7D7-C67063CBD369}"/>
              </a:ext>
            </a:extLst>
          </p:cNvPr>
          <p:cNvSpPr>
            <a:spLocks noGrp="1"/>
          </p:cNvSpPr>
          <p:nvPr>
            <p:ph type="title"/>
          </p:nvPr>
        </p:nvSpPr>
        <p:spPr/>
        <p:txBody>
          <a:bodyPr/>
          <a:lstStyle/>
          <a:p>
            <a:r>
              <a:rPr lang="en-US"/>
              <a:t>Bus </a:t>
            </a:r>
          </a:p>
        </p:txBody>
      </p:sp>
      <p:sp>
        <p:nvSpPr>
          <p:cNvPr id="3" name="Content Placeholder 2">
            <a:extLst>
              <a:ext uri="{FF2B5EF4-FFF2-40B4-BE49-F238E27FC236}">
                <a16:creationId xmlns:a16="http://schemas.microsoft.com/office/drawing/2014/main" id="{2C742A86-28C3-8A9D-4C0B-FE63B9839642}"/>
              </a:ext>
            </a:extLst>
          </p:cNvPr>
          <p:cNvSpPr>
            <a:spLocks noGrp="1"/>
          </p:cNvSpPr>
          <p:nvPr>
            <p:ph idx="1"/>
          </p:nvPr>
        </p:nvSpPr>
        <p:spPr/>
        <p:txBody>
          <a:bodyPr vert="horz" lIns="91440" tIns="45720" rIns="91440" bIns="45720" rtlCol="0" anchor="t">
            <a:normAutofit/>
          </a:bodyPr>
          <a:lstStyle/>
          <a:p>
            <a:r>
              <a:rPr lang="en-US">
                <a:latin typeface="Times New Roman"/>
                <a:ea typeface="Verdana"/>
                <a:cs typeface="Times New Roman"/>
              </a:rPr>
              <a:t>Bus topology, all devices share single communication line or cable. Bus topology may have problem while multiple hosts sending data at the same time. Therefore, Bus topology either uses CSMA/CD technology or recognizes one host as Bus Master to solve the issue. It is one of the simple forms of networking where a failure of a device does not affect the other devices. But failure of the shared communication line can make all other devices stop functioning.</a:t>
            </a:r>
            <a:endParaRPr lang="en-US">
              <a:latin typeface="Times New Roman"/>
              <a:cs typeface="Times New Roman"/>
            </a:endParaRPr>
          </a:p>
        </p:txBody>
      </p:sp>
    </p:spTree>
    <p:extLst>
      <p:ext uri="{BB962C8B-B14F-4D97-AF65-F5344CB8AC3E}">
        <p14:creationId xmlns:p14="http://schemas.microsoft.com/office/powerpoint/2010/main" val="37369837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1BD43-16FF-8140-FA0E-FA0C191CD7CA}"/>
              </a:ext>
            </a:extLst>
          </p:cNvPr>
          <p:cNvSpPr>
            <a:spLocks noGrp="1"/>
          </p:cNvSpPr>
          <p:nvPr>
            <p:ph type="title"/>
          </p:nvPr>
        </p:nvSpPr>
        <p:spPr/>
        <p:txBody>
          <a:bodyPr/>
          <a:lstStyle/>
          <a:p>
            <a:r>
              <a:rPr lang="en-US"/>
              <a:t>Bus topology</a:t>
            </a:r>
          </a:p>
        </p:txBody>
      </p:sp>
      <p:pic>
        <p:nvPicPr>
          <p:cNvPr id="4" name="Content Placeholder 3" descr="Bus Topology">
            <a:extLst>
              <a:ext uri="{FF2B5EF4-FFF2-40B4-BE49-F238E27FC236}">
                <a16:creationId xmlns:a16="http://schemas.microsoft.com/office/drawing/2014/main" id="{5B19612B-D47F-0A43-1B02-AC2C124EF8A7}"/>
              </a:ext>
            </a:extLst>
          </p:cNvPr>
          <p:cNvPicPr>
            <a:picLocks noGrp="1" noChangeAspect="1"/>
          </p:cNvPicPr>
          <p:nvPr>
            <p:ph idx="1"/>
          </p:nvPr>
        </p:nvPicPr>
        <p:blipFill>
          <a:blip r:embed="rId2"/>
          <a:stretch>
            <a:fillRect/>
          </a:stretch>
        </p:blipFill>
        <p:spPr>
          <a:xfrm>
            <a:off x="3074987" y="2555875"/>
            <a:ext cx="6048375" cy="3181350"/>
          </a:xfrm>
        </p:spPr>
      </p:pic>
    </p:spTree>
    <p:extLst>
      <p:ext uri="{BB962C8B-B14F-4D97-AF65-F5344CB8AC3E}">
        <p14:creationId xmlns:p14="http://schemas.microsoft.com/office/powerpoint/2010/main" val="28798698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DB6E-0A37-1903-B3A0-668A6EEEE5E2}"/>
              </a:ext>
            </a:extLst>
          </p:cNvPr>
          <p:cNvSpPr>
            <a:spLocks noGrp="1"/>
          </p:cNvSpPr>
          <p:nvPr>
            <p:ph type="title"/>
          </p:nvPr>
        </p:nvSpPr>
        <p:spPr/>
        <p:txBody>
          <a:bodyPr/>
          <a:lstStyle/>
          <a:p>
            <a:r>
              <a:rPr lang="en-US"/>
              <a:t>Star</a:t>
            </a:r>
          </a:p>
        </p:txBody>
      </p:sp>
      <p:sp>
        <p:nvSpPr>
          <p:cNvPr id="3" name="Content Placeholder 2">
            <a:extLst>
              <a:ext uri="{FF2B5EF4-FFF2-40B4-BE49-F238E27FC236}">
                <a16:creationId xmlns:a16="http://schemas.microsoft.com/office/drawing/2014/main" id="{687C5749-AD53-9C92-99DC-43BAE69C641A}"/>
              </a:ext>
            </a:extLst>
          </p:cNvPr>
          <p:cNvSpPr>
            <a:spLocks noGrp="1"/>
          </p:cNvSpPr>
          <p:nvPr>
            <p:ph idx="1"/>
          </p:nvPr>
        </p:nvSpPr>
        <p:spPr/>
        <p:txBody>
          <a:bodyPr vert="horz" lIns="91440" tIns="45720" rIns="91440" bIns="45720" rtlCol="0" anchor="t">
            <a:normAutofit/>
          </a:bodyPr>
          <a:lstStyle/>
          <a:p>
            <a:r>
              <a:rPr lang="en-US">
                <a:latin typeface="Times New Roman"/>
                <a:ea typeface="Verdana"/>
                <a:cs typeface="Times New Roman"/>
              </a:rPr>
              <a:t>All hosts in Star topology are connected to a central device, known as hub device, using a point-to-point connection. That is, there exists a point to point connection between hosts and hub. The hub device can be any of the following:</a:t>
            </a:r>
          </a:p>
          <a:p>
            <a:pPr algn="just"/>
            <a:r>
              <a:rPr lang="en-US">
                <a:latin typeface="Times New Roman"/>
                <a:ea typeface="Verdana"/>
                <a:cs typeface="Times New Roman"/>
              </a:rPr>
              <a:t>Layer-1 device such as hub or repeater</a:t>
            </a:r>
          </a:p>
          <a:p>
            <a:pPr algn="just"/>
            <a:r>
              <a:rPr lang="en-US">
                <a:latin typeface="Times New Roman"/>
                <a:ea typeface="Verdana"/>
                <a:cs typeface="Times New Roman"/>
              </a:rPr>
              <a:t>Layer-2 device such as switch or bridge</a:t>
            </a:r>
            <a:endParaRPr lang="en-US">
              <a:latin typeface="Times New Roman"/>
              <a:cs typeface="Times New Roman"/>
            </a:endParaRPr>
          </a:p>
          <a:p>
            <a:pPr algn="just"/>
            <a:r>
              <a:rPr lang="en-US">
                <a:latin typeface="Times New Roman"/>
                <a:ea typeface="Verdana"/>
                <a:cs typeface="Times New Roman"/>
              </a:rPr>
              <a:t>Layer-3 device such as router or gateway</a:t>
            </a:r>
            <a:endParaRPr lang="en-US">
              <a:latin typeface="Times New Roman"/>
              <a:cs typeface="Times New Roman"/>
            </a:endParaRPr>
          </a:p>
          <a:p>
            <a:endParaRPr lang="en-US">
              <a:latin typeface="Times New Roman"/>
              <a:ea typeface="Verdana"/>
              <a:cs typeface="Times New Roman"/>
            </a:endParaRPr>
          </a:p>
        </p:txBody>
      </p:sp>
    </p:spTree>
    <p:extLst>
      <p:ext uri="{BB962C8B-B14F-4D97-AF65-F5344CB8AC3E}">
        <p14:creationId xmlns:p14="http://schemas.microsoft.com/office/powerpoint/2010/main" val="425202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6A75-14C7-993F-2285-D7FC7A02F06B}"/>
              </a:ext>
            </a:extLst>
          </p:cNvPr>
          <p:cNvSpPr>
            <a:spLocks noGrp="1"/>
          </p:cNvSpPr>
          <p:nvPr>
            <p:ph type="title"/>
          </p:nvPr>
        </p:nvSpPr>
        <p:spPr/>
        <p:txBody>
          <a:bodyPr/>
          <a:lstStyle/>
          <a:p>
            <a:r>
              <a:rPr lang="en-US"/>
              <a:t>Star </a:t>
            </a:r>
          </a:p>
        </p:txBody>
      </p:sp>
      <p:pic>
        <p:nvPicPr>
          <p:cNvPr id="4" name="Content Placeholder 3" descr="Star Topology">
            <a:extLst>
              <a:ext uri="{FF2B5EF4-FFF2-40B4-BE49-F238E27FC236}">
                <a16:creationId xmlns:a16="http://schemas.microsoft.com/office/drawing/2014/main" id="{D6044C19-6893-B64E-FEA8-5D175FF51F7E}"/>
              </a:ext>
            </a:extLst>
          </p:cNvPr>
          <p:cNvPicPr>
            <a:picLocks noGrp="1" noChangeAspect="1"/>
          </p:cNvPicPr>
          <p:nvPr>
            <p:ph idx="1"/>
          </p:nvPr>
        </p:nvPicPr>
        <p:blipFill>
          <a:blip r:embed="rId2"/>
          <a:stretch>
            <a:fillRect/>
          </a:stretch>
        </p:blipFill>
        <p:spPr>
          <a:xfrm>
            <a:off x="4012525" y="909150"/>
            <a:ext cx="6550863" cy="5044296"/>
          </a:xfrm>
        </p:spPr>
      </p:pic>
    </p:spTree>
    <p:extLst>
      <p:ext uri="{BB962C8B-B14F-4D97-AF65-F5344CB8AC3E}">
        <p14:creationId xmlns:p14="http://schemas.microsoft.com/office/powerpoint/2010/main" val="15523789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6F189-C5A6-0B0F-0A33-0B4466DBA6CF}"/>
              </a:ext>
            </a:extLst>
          </p:cNvPr>
          <p:cNvSpPr>
            <a:spLocks noGrp="1"/>
          </p:cNvSpPr>
          <p:nvPr>
            <p:ph type="title"/>
          </p:nvPr>
        </p:nvSpPr>
        <p:spPr/>
        <p:txBody>
          <a:bodyPr/>
          <a:lstStyle/>
          <a:p>
            <a:r>
              <a:rPr lang="en-US"/>
              <a:t>Ring</a:t>
            </a:r>
          </a:p>
        </p:txBody>
      </p:sp>
      <p:sp>
        <p:nvSpPr>
          <p:cNvPr id="3" name="Content Placeholder 2">
            <a:extLst>
              <a:ext uri="{FF2B5EF4-FFF2-40B4-BE49-F238E27FC236}">
                <a16:creationId xmlns:a16="http://schemas.microsoft.com/office/drawing/2014/main" id="{56BA8576-C010-5F02-E384-3AA96B0F9B1D}"/>
              </a:ext>
            </a:extLst>
          </p:cNvPr>
          <p:cNvSpPr>
            <a:spLocks noGrp="1"/>
          </p:cNvSpPr>
          <p:nvPr>
            <p:ph idx="1"/>
          </p:nvPr>
        </p:nvSpPr>
        <p:spPr/>
        <p:txBody>
          <a:bodyPr vert="horz" lIns="91440" tIns="45720" rIns="91440" bIns="45720" rtlCol="0" anchor="t">
            <a:normAutofit/>
          </a:bodyPr>
          <a:lstStyle/>
          <a:p>
            <a:r>
              <a:rPr lang="en-US">
                <a:latin typeface="Times New Roman"/>
                <a:ea typeface="Verdana"/>
                <a:cs typeface="Times New Roman"/>
              </a:rPr>
              <a:t> Ring topology, each host machine connects to exactly two other machines, creating a circular network structure. When one host tries to communicate or send message to a host which is not adjacent to it, the data travels through all intermediate hosts. To connect one more host in the existing structure, the administrator may need only one more extra cable.</a:t>
            </a:r>
            <a:endParaRPr lang="en-US">
              <a:latin typeface="Times New Roman"/>
              <a:cs typeface="Times New Roman"/>
            </a:endParaRPr>
          </a:p>
        </p:txBody>
      </p:sp>
      <p:pic>
        <p:nvPicPr>
          <p:cNvPr id="4" name="Picture 3" descr="Ring Topology">
            <a:extLst>
              <a:ext uri="{FF2B5EF4-FFF2-40B4-BE49-F238E27FC236}">
                <a16:creationId xmlns:a16="http://schemas.microsoft.com/office/drawing/2014/main" id="{C3BBF8C7-514D-DF78-E56B-A636B110037C}"/>
              </a:ext>
            </a:extLst>
          </p:cNvPr>
          <p:cNvPicPr>
            <a:picLocks noChangeAspect="1"/>
          </p:cNvPicPr>
          <p:nvPr/>
        </p:nvPicPr>
        <p:blipFill>
          <a:blip r:embed="rId2"/>
          <a:stretch>
            <a:fillRect/>
          </a:stretch>
        </p:blipFill>
        <p:spPr>
          <a:xfrm>
            <a:off x="5126122" y="4149816"/>
            <a:ext cx="3946356" cy="2592955"/>
          </a:xfrm>
          <a:prstGeom prst="rect">
            <a:avLst/>
          </a:prstGeom>
        </p:spPr>
      </p:pic>
    </p:spTree>
    <p:extLst>
      <p:ext uri="{BB962C8B-B14F-4D97-AF65-F5344CB8AC3E}">
        <p14:creationId xmlns:p14="http://schemas.microsoft.com/office/powerpoint/2010/main" val="4583690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64FBA-111D-B7FF-7611-9A417CD18339}"/>
              </a:ext>
            </a:extLst>
          </p:cNvPr>
          <p:cNvSpPr>
            <a:spLocks noGrp="1"/>
          </p:cNvSpPr>
          <p:nvPr>
            <p:ph type="title"/>
          </p:nvPr>
        </p:nvSpPr>
        <p:spPr/>
        <p:txBody>
          <a:bodyPr/>
          <a:lstStyle/>
          <a:p>
            <a:r>
              <a:rPr lang="en-US"/>
              <a:t>Mesh</a:t>
            </a:r>
          </a:p>
        </p:txBody>
      </p:sp>
      <p:sp>
        <p:nvSpPr>
          <p:cNvPr id="3" name="Content Placeholder 2">
            <a:extLst>
              <a:ext uri="{FF2B5EF4-FFF2-40B4-BE49-F238E27FC236}">
                <a16:creationId xmlns:a16="http://schemas.microsoft.com/office/drawing/2014/main" id="{8BDC49B6-634E-B4DF-3230-FF6972FB83FA}"/>
              </a:ext>
            </a:extLst>
          </p:cNvPr>
          <p:cNvSpPr>
            <a:spLocks noGrp="1"/>
          </p:cNvSpPr>
          <p:nvPr>
            <p:ph idx="1"/>
          </p:nvPr>
        </p:nvSpPr>
        <p:spPr/>
        <p:txBody>
          <a:bodyPr vert="horz" lIns="91440" tIns="45720" rIns="91440" bIns="45720" rtlCol="0" anchor="t">
            <a:normAutofit fontScale="85000" lnSpcReduction="10000"/>
          </a:bodyPr>
          <a:lstStyle/>
          <a:p>
            <a:r>
              <a:rPr lang="en-US">
                <a:latin typeface="Times New Roman"/>
                <a:ea typeface="Verdana"/>
                <a:cs typeface="Times New Roman"/>
              </a:rPr>
              <a:t>Mesh topology, a host is connected to one or multiple hosts. This topology has hosts in point-to-point connection with every other host or may also have hosts which are in point-to-point connection to few hosts only.</a:t>
            </a:r>
          </a:p>
          <a:p>
            <a:r>
              <a:rPr lang="en-US">
                <a:latin typeface="Times New Roman"/>
                <a:ea typeface="Verdana"/>
                <a:cs typeface="Times New Roman"/>
              </a:rPr>
              <a:t>Hosts in Mesh topology also work as relay for other hosts which do not have direct point-to-point links. Mesh technology comes into two types:</a:t>
            </a:r>
          </a:p>
          <a:p>
            <a:pPr algn="just"/>
            <a:r>
              <a:rPr lang="en-US" b="1">
                <a:latin typeface="Times New Roman"/>
                <a:ea typeface="Verdana"/>
                <a:cs typeface="Times New Roman"/>
              </a:rPr>
              <a:t>Full Mesh</a:t>
            </a:r>
            <a:r>
              <a:rPr lang="en-US">
                <a:latin typeface="Times New Roman"/>
                <a:ea typeface="Verdana"/>
                <a:cs typeface="Times New Roman"/>
              </a:rPr>
              <a:t>: All hosts have a point-to-point connection to every other host in the network. Thus for every new host n(n-1)/2 connections are required. It provides the most reliable network structure among all network topologies.</a:t>
            </a:r>
            <a:endParaRPr lang="en-US">
              <a:latin typeface="Times New Roman"/>
              <a:cs typeface="Times New Roman"/>
            </a:endParaRPr>
          </a:p>
          <a:p>
            <a:pPr algn="just"/>
            <a:r>
              <a:rPr lang="en-US" b="1">
                <a:latin typeface="Times New Roman"/>
                <a:ea typeface="Verdana"/>
                <a:cs typeface="Times New Roman"/>
              </a:rPr>
              <a:t>Partially Mesh</a:t>
            </a:r>
            <a:r>
              <a:rPr lang="en-US">
                <a:latin typeface="Times New Roman"/>
                <a:ea typeface="Verdana"/>
                <a:cs typeface="Times New Roman"/>
              </a:rPr>
              <a:t>: Not all hosts have point-to-point connection to every other host. Hosts connect to each other in some arbitrarily fashion. This topology exists where we need to provide reliability to some hosts out of all.</a:t>
            </a:r>
            <a:endParaRPr lang="en-US">
              <a:latin typeface="Times New Roman"/>
              <a:cs typeface="Times New Roman"/>
            </a:endParaRPr>
          </a:p>
          <a:p>
            <a:endParaRPr lang="en-US">
              <a:latin typeface="Times New Roman"/>
              <a:ea typeface="Verdana"/>
              <a:cs typeface="Times New Roman"/>
            </a:endParaRPr>
          </a:p>
        </p:txBody>
      </p:sp>
    </p:spTree>
    <p:extLst>
      <p:ext uri="{BB962C8B-B14F-4D97-AF65-F5344CB8AC3E}">
        <p14:creationId xmlns:p14="http://schemas.microsoft.com/office/powerpoint/2010/main" val="1584461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0C1D-7D21-9E75-CF0A-D25CB5B32115}"/>
              </a:ext>
            </a:extLst>
          </p:cNvPr>
          <p:cNvSpPr>
            <a:spLocks noGrp="1"/>
          </p:cNvSpPr>
          <p:nvPr>
            <p:ph type="title"/>
          </p:nvPr>
        </p:nvSpPr>
        <p:spPr/>
        <p:txBody>
          <a:bodyPr/>
          <a:lstStyle/>
          <a:p>
            <a:endParaRPr lang="en-US"/>
          </a:p>
        </p:txBody>
      </p:sp>
      <p:pic>
        <p:nvPicPr>
          <p:cNvPr id="4" name="Content Placeholder 3" descr="Full Mesh Topology">
            <a:extLst>
              <a:ext uri="{FF2B5EF4-FFF2-40B4-BE49-F238E27FC236}">
                <a16:creationId xmlns:a16="http://schemas.microsoft.com/office/drawing/2014/main" id="{820F60F0-E0A7-5FBD-4BEC-46605C4C0560}"/>
              </a:ext>
            </a:extLst>
          </p:cNvPr>
          <p:cNvPicPr>
            <a:picLocks noGrp="1" noChangeAspect="1"/>
          </p:cNvPicPr>
          <p:nvPr>
            <p:ph idx="1"/>
          </p:nvPr>
        </p:nvPicPr>
        <p:blipFill>
          <a:blip r:embed="rId2"/>
          <a:stretch>
            <a:fillRect/>
          </a:stretch>
        </p:blipFill>
        <p:spPr>
          <a:xfrm>
            <a:off x="3048988" y="1565679"/>
            <a:ext cx="5518928" cy="4468661"/>
          </a:xfrm>
        </p:spPr>
      </p:pic>
    </p:spTree>
    <p:extLst>
      <p:ext uri="{BB962C8B-B14F-4D97-AF65-F5344CB8AC3E}">
        <p14:creationId xmlns:p14="http://schemas.microsoft.com/office/powerpoint/2010/main" val="8914682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93CE1-6FFE-0A42-4D38-EE77354487D0}"/>
              </a:ext>
            </a:extLst>
          </p:cNvPr>
          <p:cNvSpPr>
            <a:spLocks noGrp="1"/>
          </p:cNvSpPr>
          <p:nvPr>
            <p:ph type="title"/>
          </p:nvPr>
        </p:nvSpPr>
        <p:spPr/>
        <p:txBody>
          <a:bodyPr/>
          <a:lstStyle/>
          <a:p>
            <a:r>
              <a:rPr lang="en-US"/>
              <a:t>Two tier</a:t>
            </a:r>
          </a:p>
        </p:txBody>
      </p:sp>
      <p:sp>
        <p:nvSpPr>
          <p:cNvPr id="3" name="Content Placeholder 2">
            <a:extLst>
              <a:ext uri="{FF2B5EF4-FFF2-40B4-BE49-F238E27FC236}">
                <a16:creationId xmlns:a16="http://schemas.microsoft.com/office/drawing/2014/main" id="{D6F434FA-1C27-591C-E5B0-8F17C555252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Times New Roman"/>
              </a:rPr>
              <a:t>A two-tier network topology, also known as a collapsed core or two-tier architecture, simplifies network design by combining the core and distribution layers into a single layer. This results in a simpler, more cost-effective, and manageable network, typically used in smaller campus networks or data centers. It consists of two main layers: the access layer and the collapsed core layer. </a:t>
            </a:r>
            <a:endParaRPr lang="en-US">
              <a:latin typeface="Times New Roman"/>
              <a:cs typeface="Times New Roman"/>
            </a:endParaRPr>
          </a:p>
        </p:txBody>
      </p:sp>
      <p:pic>
        <p:nvPicPr>
          <p:cNvPr id="4" name="Picture 3" descr="2-tier-architecture">
            <a:extLst>
              <a:ext uri="{FF2B5EF4-FFF2-40B4-BE49-F238E27FC236}">
                <a16:creationId xmlns:a16="http://schemas.microsoft.com/office/drawing/2014/main" id="{07F2FA05-FA61-BD76-6E7A-15DEBF24F463}"/>
              </a:ext>
            </a:extLst>
          </p:cNvPr>
          <p:cNvPicPr>
            <a:picLocks noChangeAspect="1"/>
          </p:cNvPicPr>
          <p:nvPr/>
        </p:nvPicPr>
        <p:blipFill>
          <a:blip r:embed="rId2"/>
          <a:stretch>
            <a:fillRect/>
          </a:stretch>
        </p:blipFill>
        <p:spPr>
          <a:xfrm>
            <a:off x="4900246" y="4570754"/>
            <a:ext cx="3252305" cy="2510053"/>
          </a:xfrm>
          <a:prstGeom prst="rect">
            <a:avLst/>
          </a:prstGeom>
        </p:spPr>
      </p:pic>
    </p:spTree>
    <p:extLst>
      <p:ext uri="{BB962C8B-B14F-4D97-AF65-F5344CB8AC3E}">
        <p14:creationId xmlns:p14="http://schemas.microsoft.com/office/powerpoint/2010/main" val="41406918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CEB13-80DA-15A5-977D-6172C102DCFD}"/>
              </a:ext>
            </a:extLst>
          </p:cNvPr>
          <p:cNvSpPr>
            <a:spLocks noGrp="1"/>
          </p:cNvSpPr>
          <p:nvPr>
            <p:ph type="title"/>
          </p:nvPr>
        </p:nvSpPr>
        <p:spPr/>
        <p:txBody>
          <a:bodyPr/>
          <a:lstStyle/>
          <a:p>
            <a:r>
              <a:rPr lang="en-US"/>
              <a:t>3-Tier</a:t>
            </a:r>
          </a:p>
        </p:txBody>
      </p:sp>
      <p:sp>
        <p:nvSpPr>
          <p:cNvPr id="3" name="Content Placeholder 2">
            <a:extLst>
              <a:ext uri="{FF2B5EF4-FFF2-40B4-BE49-F238E27FC236}">
                <a16:creationId xmlns:a16="http://schemas.microsoft.com/office/drawing/2014/main" id="{7BA5BA4F-6705-768D-B2F4-7BB2F958A21B}"/>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three-tier architecture, is a network or software design that divides a system into three distinct layers: the access layer, the distribution layer, and the core layer. This layered approach improves network management, scalability, and reliability. </a:t>
            </a:r>
            <a:endParaRPr lang="en-US">
              <a:latin typeface="Times New Roman"/>
              <a:cs typeface="Times New Roman"/>
            </a:endParaRPr>
          </a:p>
        </p:txBody>
      </p:sp>
      <p:pic>
        <p:nvPicPr>
          <p:cNvPr id="4" name="Picture 3" descr="Network Topology Architectures ⋆ IpCisco">
            <a:extLst>
              <a:ext uri="{FF2B5EF4-FFF2-40B4-BE49-F238E27FC236}">
                <a16:creationId xmlns:a16="http://schemas.microsoft.com/office/drawing/2014/main" id="{73A4629A-43C3-8D38-D208-2ED0E2147921}"/>
              </a:ext>
            </a:extLst>
          </p:cNvPr>
          <p:cNvPicPr>
            <a:picLocks noChangeAspect="1"/>
          </p:cNvPicPr>
          <p:nvPr/>
        </p:nvPicPr>
        <p:blipFill>
          <a:blip r:embed="rId2"/>
          <a:stretch>
            <a:fillRect/>
          </a:stretch>
        </p:blipFill>
        <p:spPr>
          <a:xfrm>
            <a:off x="8870783" y="3634372"/>
            <a:ext cx="2743200" cy="2743200"/>
          </a:xfrm>
          <a:prstGeom prst="rect">
            <a:avLst/>
          </a:prstGeom>
        </p:spPr>
      </p:pic>
    </p:spTree>
    <p:extLst>
      <p:ext uri="{BB962C8B-B14F-4D97-AF65-F5344CB8AC3E}">
        <p14:creationId xmlns:p14="http://schemas.microsoft.com/office/powerpoint/2010/main" val="25427811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47CA1-66DE-3E17-3D77-8F4C97E8630F}"/>
              </a:ext>
            </a:extLst>
          </p:cNvPr>
          <p:cNvSpPr>
            <a:spLocks noGrp="1"/>
          </p:cNvSpPr>
          <p:nvPr>
            <p:ph type="title"/>
          </p:nvPr>
        </p:nvSpPr>
        <p:spPr/>
        <p:txBody>
          <a:bodyPr>
            <a:normAutofit fontScale="90000"/>
          </a:bodyPr>
          <a:lstStyle/>
          <a:p>
            <a:r>
              <a:rPr lang="en-US"/>
              <a:t>Spine Leaf :								 </a:t>
            </a:r>
            <a:br>
              <a:rPr lang="en-US"/>
            </a:br>
            <a:endParaRPr lang="en-US"/>
          </a:p>
        </p:txBody>
      </p:sp>
      <p:sp>
        <p:nvSpPr>
          <p:cNvPr id="3" name="Content Placeholder 2">
            <a:extLst>
              <a:ext uri="{FF2B5EF4-FFF2-40B4-BE49-F238E27FC236}">
                <a16:creationId xmlns:a16="http://schemas.microsoft.com/office/drawing/2014/main" id="{DB3AE7F2-6112-ABFB-88AF-054A93E9095C}"/>
              </a:ext>
            </a:extLst>
          </p:cNvPr>
          <p:cNvSpPr>
            <a:spLocks noGrp="1"/>
          </p:cNvSpPr>
          <p:nvPr>
            <p:ph idx="1"/>
          </p:nvPr>
        </p:nvSpPr>
        <p:spPr/>
        <p:txBody>
          <a:bodyPr vert="horz" lIns="91440" tIns="45720" rIns="91440" bIns="45720" rtlCol="0" anchor="t">
            <a:normAutofit/>
          </a:bodyPr>
          <a:lstStyle/>
          <a:p>
            <a:r>
              <a:rPr lang="en-US" b="1">
                <a:latin typeface="Times New Roman"/>
                <a:ea typeface="Tahoma"/>
                <a:cs typeface="Tahoma"/>
              </a:rPr>
              <a:t>Spine Leaf Architecture</a:t>
            </a:r>
            <a:r>
              <a:rPr lang="en-US">
                <a:latin typeface="Times New Roman"/>
                <a:ea typeface="Tahoma"/>
                <a:cs typeface="Tahoma"/>
              </a:rPr>
              <a:t> is the network architecture with which all the devices are the same segments away. It is the two layered architecture consist of Spine Layer and Leaf Layer.</a:t>
            </a:r>
            <a:endParaRPr lang="en-US"/>
          </a:p>
          <a:p>
            <a:pPr>
              <a:buClr>
                <a:srgbClr val="9E3611"/>
              </a:buClr>
            </a:pPr>
            <a:r>
              <a:rPr lang="en-US">
                <a:latin typeface="Times New Roman"/>
                <a:ea typeface="Tahoma"/>
                <a:cs typeface="Tahoma"/>
              </a:rPr>
              <a:t>The </a:t>
            </a:r>
            <a:r>
              <a:rPr lang="en-US" b="1">
                <a:latin typeface="Times New Roman"/>
                <a:ea typeface="Tahoma"/>
                <a:cs typeface="Tahoma"/>
              </a:rPr>
              <a:t>Leaf Layer</a:t>
            </a:r>
            <a:r>
              <a:rPr lang="en-US">
                <a:latin typeface="Times New Roman"/>
                <a:ea typeface="Tahoma"/>
                <a:cs typeface="Tahoma"/>
              </a:rPr>
              <a:t> is the layer, consist of </a:t>
            </a:r>
            <a:r>
              <a:rPr lang="en-US" b="1">
                <a:latin typeface="Times New Roman"/>
                <a:ea typeface="Tahoma"/>
                <a:cs typeface="Tahoma"/>
              </a:rPr>
              <a:t>Access devices, </a:t>
            </a:r>
            <a:r>
              <a:rPr lang="en-US" b="1" err="1">
                <a:latin typeface="Times New Roman"/>
                <a:ea typeface="Tahoma"/>
                <a:cs typeface="Tahoma"/>
              </a:rPr>
              <a:t>swithces</a:t>
            </a:r>
            <a:r>
              <a:rPr lang="en-US" b="1">
                <a:latin typeface="Times New Roman"/>
                <a:ea typeface="Tahoma"/>
                <a:cs typeface="Tahoma"/>
              </a:rPr>
              <a:t>, servers, edge routers</a:t>
            </a:r>
            <a:r>
              <a:rPr lang="en-US">
                <a:latin typeface="Times New Roman"/>
                <a:ea typeface="Tahoma"/>
                <a:cs typeface="Tahoma"/>
              </a:rPr>
              <a:t> etc. The </a:t>
            </a:r>
            <a:r>
              <a:rPr lang="en-US" b="1">
                <a:latin typeface="Times New Roman"/>
                <a:ea typeface="Tahoma"/>
                <a:cs typeface="Tahoma"/>
              </a:rPr>
              <a:t>Spine Layer</a:t>
            </a:r>
            <a:r>
              <a:rPr lang="en-US">
                <a:latin typeface="Times New Roman"/>
                <a:ea typeface="Tahoma"/>
                <a:cs typeface="Tahoma"/>
              </a:rPr>
              <a:t> is the </a:t>
            </a:r>
            <a:r>
              <a:rPr lang="en-US" b="1">
                <a:latin typeface="Times New Roman"/>
                <a:ea typeface="Tahoma"/>
                <a:cs typeface="Tahoma"/>
              </a:rPr>
              <a:t>core layer</a:t>
            </a:r>
            <a:r>
              <a:rPr lang="en-US">
                <a:latin typeface="Times New Roman"/>
                <a:ea typeface="Tahoma"/>
                <a:cs typeface="Tahoma"/>
              </a:rPr>
              <a:t> of Spine Leaf Architecture. Routing is the first duty of Spine layer. In Spine Leaf Architecture Design, every Leaf switch is connected to all the Spine Switches.</a:t>
            </a:r>
            <a:endParaRPr lang="en-US"/>
          </a:p>
        </p:txBody>
      </p:sp>
      <p:pic>
        <p:nvPicPr>
          <p:cNvPr id="4" name="Picture 3" descr="spine-leaf-architecture">
            <a:extLst>
              <a:ext uri="{FF2B5EF4-FFF2-40B4-BE49-F238E27FC236}">
                <a16:creationId xmlns:a16="http://schemas.microsoft.com/office/drawing/2014/main" id="{F78683D0-A1A1-134C-5522-89E43F6E08C3}"/>
              </a:ext>
            </a:extLst>
          </p:cNvPr>
          <p:cNvPicPr>
            <a:picLocks noChangeAspect="1"/>
          </p:cNvPicPr>
          <p:nvPr/>
        </p:nvPicPr>
        <p:blipFill>
          <a:blip r:embed="rId2"/>
          <a:stretch>
            <a:fillRect/>
          </a:stretch>
        </p:blipFill>
        <p:spPr>
          <a:xfrm>
            <a:off x="9698963" y="20043"/>
            <a:ext cx="2211237" cy="1823934"/>
          </a:xfrm>
          <a:prstGeom prst="rect">
            <a:avLst/>
          </a:prstGeom>
        </p:spPr>
      </p:pic>
    </p:spTree>
    <p:extLst>
      <p:ext uri="{BB962C8B-B14F-4D97-AF65-F5344CB8AC3E}">
        <p14:creationId xmlns:p14="http://schemas.microsoft.com/office/powerpoint/2010/main" val="35170700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424E-48B3-D1F0-8804-379AD99E5D99}"/>
              </a:ext>
            </a:extLst>
          </p:cNvPr>
          <p:cNvSpPr>
            <a:spLocks noGrp="1"/>
          </p:cNvSpPr>
          <p:nvPr>
            <p:ph type="title"/>
          </p:nvPr>
        </p:nvSpPr>
        <p:spPr/>
        <p:txBody>
          <a:bodyPr/>
          <a:lstStyle/>
          <a:p>
            <a:r>
              <a:rPr lang="en-US"/>
              <a:t>Hub and spoke</a:t>
            </a:r>
          </a:p>
        </p:txBody>
      </p:sp>
      <p:sp>
        <p:nvSpPr>
          <p:cNvPr id="3" name="Content Placeholder 2">
            <a:extLst>
              <a:ext uri="{FF2B5EF4-FFF2-40B4-BE49-F238E27FC236}">
                <a16:creationId xmlns:a16="http://schemas.microsoft.com/office/drawing/2014/main" id="{421E6BC4-FDFC-24CD-18CF-5ADB461DF2C4}"/>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A hub and spoke network topology is a design where a central hub connects to multiple individual networks, called spokes, resembling a wheel with a central hub and radiating spokes. This topology is often used to isolate workloads while sharing common services like identity and security. </a:t>
            </a:r>
          </a:p>
        </p:txBody>
      </p:sp>
      <p:pic>
        <p:nvPicPr>
          <p:cNvPr id="4" name="Picture 3" descr="Azure Networking: introduction to the Hub-Spoke model ...">
            <a:extLst>
              <a:ext uri="{FF2B5EF4-FFF2-40B4-BE49-F238E27FC236}">
                <a16:creationId xmlns:a16="http://schemas.microsoft.com/office/drawing/2014/main" id="{673D3D14-6E41-1180-7424-7AA1AA80F1FB}"/>
              </a:ext>
            </a:extLst>
          </p:cNvPr>
          <p:cNvPicPr>
            <a:picLocks noChangeAspect="1"/>
          </p:cNvPicPr>
          <p:nvPr/>
        </p:nvPicPr>
        <p:blipFill>
          <a:blip r:embed="rId2"/>
          <a:stretch>
            <a:fillRect/>
          </a:stretch>
        </p:blipFill>
        <p:spPr>
          <a:xfrm>
            <a:off x="6254866" y="3770874"/>
            <a:ext cx="3353880" cy="3349567"/>
          </a:xfrm>
          <a:prstGeom prst="rect">
            <a:avLst/>
          </a:prstGeom>
        </p:spPr>
      </p:pic>
    </p:spTree>
    <p:extLst>
      <p:ext uri="{BB962C8B-B14F-4D97-AF65-F5344CB8AC3E}">
        <p14:creationId xmlns:p14="http://schemas.microsoft.com/office/powerpoint/2010/main" val="25513897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D3D767-88F7-45E5-EBEF-2EEB02D2C536}"/>
              </a:ext>
            </a:extLst>
          </p:cNvPr>
          <p:cNvSpPr>
            <a:spLocks noGrp="1"/>
          </p:cNvSpPr>
          <p:nvPr>
            <p:ph type="title"/>
          </p:nvPr>
        </p:nvSpPr>
        <p:spPr/>
        <p:txBody>
          <a:bodyPr/>
          <a:lstStyle/>
          <a:p>
            <a:r>
              <a:rPr lang="en-IN"/>
              <a:t>IPV6</a:t>
            </a:r>
          </a:p>
        </p:txBody>
      </p:sp>
      <p:sp>
        <p:nvSpPr>
          <p:cNvPr id="5" name="Text Placeholder 4">
            <a:extLst>
              <a:ext uri="{FF2B5EF4-FFF2-40B4-BE49-F238E27FC236}">
                <a16:creationId xmlns:a16="http://schemas.microsoft.com/office/drawing/2014/main" id="{4E892D45-ECF3-01FB-1A56-7DB2BD073C74}"/>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41288945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0FEA-EDD6-10FC-82CD-03F6AE6F30D3}"/>
              </a:ext>
            </a:extLst>
          </p:cNvPr>
          <p:cNvSpPr>
            <a:spLocks noGrp="1"/>
          </p:cNvSpPr>
          <p:nvPr>
            <p:ph type="title"/>
          </p:nvPr>
        </p:nvSpPr>
        <p:spPr/>
        <p:txBody>
          <a:bodyPr/>
          <a:lstStyle/>
          <a:p>
            <a:r>
              <a:rPr lang="en-IN" sz="2800">
                <a:latin typeface="Aptos"/>
              </a:rPr>
              <a:t>IPv6 Addressing</a:t>
            </a:r>
            <a:endParaRPr lang="en-US"/>
          </a:p>
        </p:txBody>
      </p:sp>
      <p:sp>
        <p:nvSpPr>
          <p:cNvPr id="3" name="Content Placeholder 2">
            <a:extLst>
              <a:ext uri="{FF2B5EF4-FFF2-40B4-BE49-F238E27FC236}">
                <a16:creationId xmlns:a16="http://schemas.microsoft.com/office/drawing/2014/main" id="{36AAFD40-7920-6056-3EC5-F008B2AA4CC4}"/>
              </a:ext>
            </a:extLst>
          </p:cNvPr>
          <p:cNvSpPr>
            <a:spLocks noGrp="1"/>
          </p:cNvSpPr>
          <p:nvPr>
            <p:ph idx="1"/>
          </p:nvPr>
        </p:nvSpPr>
        <p:spPr/>
        <p:txBody>
          <a:bodyPr vert="horz" lIns="91440" tIns="45720" rIns="91440" bIns="45720" rtlCol="0" anchor="t">
            <a:normAutofit/>
          </a:bodyPr>
          <a:lstStyle/>
          <a:p>
            <a:r>
              <a:rPr lang="en-IN">
                <a:latin typeface="Times New Roman"/>
                <a:ea typeface="+mn-lt"/>
                <a:cs typeface="+mn-lt"/>
              </a:rPr>
              <a:t>An IPv6 address consists of 8 sets of 16-bit hexadecimal values separated by colons (:), totalling 128 bits in length. </a:t>
            </a:r>
          </a:p>
          <a:p>
            <a:r>
              <a:rPr lang="en-IN">
                <a:latin typeface="Times New Roman"/>
                <a:ea typeface="+mn-lt"/>
                <a:cs typeface="+mn-lt"/>
              </a:rPr>
              <a:t>For example: 2001:0db8:1234:5678:9abc:def0:1234:5678 </a:t>
            </a:r>
          </a:p>
          <a:p>
            <a:r>
              <a:rPr lang="en-IN">
                <a:latin typeface="Times New Roman"/>
                <a:ea typeface="+mn-lt"/>
                <a:cs typeface="+mn-lt"/>
              </a:rPr>
              <a:t>We can omit leading zeros. For consecutive zeros in contiguous blocks, you can use a double colon (::). Double colons can appear only once in the address. </a:t>
            </a:r>
          </a:p>
          <a:p>
            <a:r>
              <a:rPr lang="en-IN">
                <a:latin typeface="Times New Roman"/>
                <a:ea typeface="+mn-lt"/>
                <a:cs typeface="+mn-lt"/>
              </a:rPr>
              <a:t>For example, here is the complete address: 2001:0db8:0000:130F:0000:0000:087C:140B </a:t>
            </a:r>
            <a:endParaRPr lang="en-IN">
              <a:latin typeface="Times New Roman"/>
              <a:cs typeface="Times New Roman"/>
            </a:endParaRPr>
          </a:p>
        </p:txBody>
      </p:sp>
    </p:spTree>
    <p:extLst>
      <p:ext uri="{BB962C8B-B14F-4D97-AF65-F5344CB8AC3E}">
        <p14:creationId xmlns:p14="http://schemas.microsoft.com/office/powerpoint/2010/main" val="31360104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50B2F-5487-AE18-2D22-D393C3F93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729646-3B94-2819-21C6-9DEB706C0FA7}"/>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Abbreviating it </a:t>
            </a:r>
          </a:p>
          <a:p>
            <a:pPr marL="0" indent="0">
              <a:buNone/>
            </a:pPr>
            <a:r>
              <a:rPr lang="en-US">
                <a:latin typeface="Times New Roman"/>
                <a:ea typeface="+mn-lt"/>
                <a:cs typeface="+mn-lt"/>
              </a:rPr>
              <a:t>2001:0db8:0:130F::87C:140B </a:t>
            </a:r>
          </a:p>
          <a:p>
            <a:r>
              <a:rPr lang="en-US">
                <a:latin typeface="Times New Roman"/>
                <a:ea typeface="+mn-lt"/>
                <a:cs typeface="+mn-lt"/>
              </a:rPr>
              <a:t>As with IPv4 addresses, we can represent an IPv6 address network prefix the same way:</a:t>
            </a:r>
          </a:p>
          <a:p>
            <a:r>
              <a:rPr lang="en-US">
                <a:latin typeface="Times New Roman"/>
                <a:ea typeface="+mn-lt"/>
                <a:cs typeface="+mn-lt"/>
              </a:rPr>
              <a:t> 2001:db8:12::/64 </a:t>
            </a:r>
            <a:endParaRPr lang="en-US">
              <a:latin typeface="Times New Roman"/>
              <a:cs typeface="Times New Roman"/>
            </a:endParaRPr>
          </a:p>
        </p:txBody>
      </p:sp>
    </p:spTree>
    <p:extLst>
      <p:ext uri="{BB962C8B-B14F-4D97-AF65-F5344CB8AC3E}">
        <p14:creationId xmlns:p14="http://schemas.microsoft.com/office/powerpoint/2010/main" val="9357645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13B5D-723D-8707-53DA-B7417A7D72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9DEBCB-69CA-1F5F-14A2-2681ACD94472}"/>
              </a:ext>
            </a:extLst>
          </p:cNvPr>
          <p:cNvSpPr>
            <a:spLocks noGrp="1"/>
          </p:cNvSpPr>
          <p:nvPr>
            <p:ph idx="1"/>
          </p:nvPr>
        </p:nvSpPr>
        <p:spPr/>
        <p:txBody>
          <a:bodyPr vert="horz" lIns="91440" tIns="45720" rIns="91440" bIns="45720" rtlCol="0" anchor="t">
            <a:normAutofit lnSpcReduction="10000"/>
          </a:bodyPr>
          <a:lstStyle/>
          <a:p>
            <a:r>
              <a:rPr lang="en-US">
                <a:ea typeface="+mn-lt"/>
                <a:cs typeface="+mn-lt"/>
              </a:rPr>
              <a:t>IPv6 unicast addresses generally use 64 bits for the network ID and 64 bits for the host ID. </a:t>
            </a:r>
          </a:p>
          <a:p>
            <a:r>
              <a:rPr lang="en-US">
                <a:ea typeface="+mn-lt"/>
                <a:cs typeface="+mn-lt"/>
              </a:rPr>
              <a:t>The network ID is administratively assigned. The host ID is configured manually or auto-configured by any of the following methods: </a:t>
            </a:r>
          </a:p>
          <a:p>
            <a:pPr marL="0" indent="0">
              <a:buNone/>
            </a:pPr>
            <a:r>
              <a:rPr lang="en-US">
                <a:ea typeface="+mn-lt"/>
                <a:cs typeface="+mn-lt"/>
              </a:rPr>
              <a:t>• Using a randomly generated number.</a:t>
            </a:r>
          </a:p>
          <a:p>
            <a:pPr marL="0" indent="0">
              <a:buNone/>
            </a:pPr>
            <a:r>
              <a:rPr lang="en-US">
                <a:ea typeface="+mn-lt"/>
                <a:cs typeface="+mn-lt"/>
              </a:rPr>
              <a:t> • Using DHCPv6. </a:t>
            </a:r>
          </a:p>
          <a:p>
            <a:pPr marL="0" indent="0">
              <a:buNone/>
            </a:pPr>
            <a:r>
              <a:rPr lang="en-US">
                <a:ea typeface="+mn-lt"/>
                <a:cs typeface="+mn-lt"/>
              </a:rPr>
              <a:t>• Using the Extended Unique Identifier (EUI-64) format. We commonly use the EUI-64 host ID format for devices</a:t>
            </a:r>
            <a:endParaRPr lang="en-US"/>
          </a:p>
        </p:txBody>
      </p:sp>
    </p:spTree>
    <p:extLst>
      <p:ext uri="{BB962C8B-B14F-4D97-AF65-F5344CB8AC3E}">
        <p14:creationId xmlns:p14="http://schemas.microsoft.com/office/powerpoint/2010/main" val="29334566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5F06-09BA-C6D2-519C-FA68B25DA143}"/>
              </a:ext>
            </a:extLst>
          </p:cNvPr>
          <p:cNvSpPr>
            <a:spLocks noGrp="1"/>
          </p:cNvSpPr>
          <p:nvPr>
            <p:ph type="title"/>
          </p:nvPr>
        </p:nvSpPr>
        <p:spPr/>
        <p:txBody>
          <a:bodyPr/>
          <a:lstStyle/>
          <a:p>
            <a:r>
              <a:rPr lang="en-US"/>
              <a:t>Switching</a:t>
            </a:r>
          </a:p>
        </p:txBody>
      </p:sp>
      <p:sp>
        <p:nvSpPr>
          <p:cNvPr id="3" name="Content Placeholder 2">
            <a:extLst>
              <a:ext uri="{FF2B5EF4-FFF2-40B4-BE49-F238E27FC236}">
                <a16:creationId xmlns:a16="http://schemas.microsoft.com/office/drawing/2014/main" id="{55BB114C-BBE7-7169-5FA8-5A1D54B25DF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653650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84B6A-BCA5-2E23-C32F-967AA186F208}"/>
              </a:ext>
            </a:extLst>
          </p:cNvPr>
          <p:cNvSpPr>
            <a:spLocks noGrp="1"/>
          </p:cNvSpPr>
          <p:nvPr>
            <p:ph type="title"/>
          </p:nvPr>
        </p:nvSpPr>
        <p:spPr/>
        <p:txBody>
          <a:bodyPr/>
          <a:lstStyle/>
          <a:p>
            <a:r>
              <a:rPr lang="en-US"/>
              <a:t>Switching </a:t>
            </a:r>
          </a:p>
        </p:txBody>
      </p:sp>
      <p:sp>
        <p:nvSpPr>
          <p:cNvPr id="3" name="Content Placeholder 2">
            <a:extLst>
              <a:ext uri="{FF2B5EF4-FFF2-40B4-BE49-F238E27FC236}">
                <a16:creationId xmlns:a16="http://schemas.microsoft.com/office/drawing/2014/main" id="{4CE0EEC3-A81E-C1B5-D221-836E292D3084}"/>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Switching, in the context of computer networks, is the process of forwarding data packets between devices connected to a network. It involves using a network switch, which is a hardware device that directs traffic based on addressing information (like MAC addresses). This allows for efficient communication within a network, unlike older technologies like hubs that broadcast data to all connected devices. </a:t>
            </a:r>
            <a:endParaRPr lang="en-US">
              <a:latin typeface="Times New Roman"/>
              <a:cs typeface="Times New Roman"/>
            </a:endParaRPr>
          </a:p>
        </p:txBody>
      </p:sp>
    </p:spTree>
    <p:extLst>
      <p:ext uri="{BB962C8B-B14F-4D97-AF65-F5344CB8AC3E}">
        <p14:creationId xmlns:p14="http://schemas.microsoft.com/office/powerpoint/2010/main" val="28352817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1B221-B00E-4D03-6625-E6D0A12927E0}"/>
              </a:ext>
            </a:extLst>
          </p:cNvPr>
          <p:cNvSpPr>
            <a:spLocks noGrp="1"/>
          </p:cNvSpPr>
          <p:nvPr>
            <p:ph type="title"/>
          </p:nvPr>
        </p:nvSpPr>
        <p:spPr/>
        <p:txBody>
          <a:bodyPr/>
          <a:lstStyle/>
          <a:p>
            <a:r>
              <a:rPr lang="en-US"/>
              <a:t>VLAN</a:t>
            </a:r>
          </a:p>
        </p:txBody>
      </p:sp>
      <p:sp>
        <p:nvSpPr>
          <p:cNvPr id="3" name="Content Placeholder 2">
            <a:extLst>
              <a:ext uri="{FF2B5EF4-FFF2-40B4-BE49-F238E27FC236}">
                <a16:creationId xmlns:a16="http://schemas.microsoft.com/office/drawing/2014/main" id="{E0CFD6AF-D565-1D45-F43D-965611938ECA}"/>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VLAN (Virtual Local Area Network) switching allows a physical network to be logically segmented into multiple broadcast domains. This is achieved by assigning a VLAN ID to each switch port, which then determines which VLAN the connected device belongs to. VLANs enhance network security and improve management by isolating traffic between different groups of devices. </a:t>
            </a:r>
            <a:endParaRPr lang="en-US">
              <a:latin typeface="Times New Roman"/>
              <a:cs typeface="Times New Roman"/>
            </a:endParaRPr>
          </a:p>
        </p:txBody>
      </p:sp>
      <p:pic>
        <p:nvPicPr>
          <p:cNvPr id="4" name="Picture 3" descr="Virtual LAN (VLAN) - GeeksforGeeks">
            <a:extLst>
              <a:ext uri="{FF2B5EF4-FFF2-40B4-BE49-F238E27FC236}">
                <a16:creationId xmlns:a16="http://schemas.microsoft.com/office/drawing/2014/main" id="{FDB04ACA-0F10-7040-AE6F-A452E2069BB1}"/>
              </a:ext>
            </a:extLst>
          </p:cNvPr>
          <p:cNvPicPr>
            <a:picLocks noChangeAspect="1"/>
          </p:cNvPicPr>
          <p:nvPr/>
        </p:nvPicPr>
        <p:blipFill>
          <a:blip r:embed="rId2"/>
          <a:stretch>
            <a:fillRect/>
          </a:stretch>
        </p:blipFill>
        <p:spPr>
          <a:xfrm>
            <a:off x="4702924" y="4727545"/>
            <a:ext cx="3125817" cy="2499683"/>
          </a:xfrm>
          <a:prstGeom prst="rect">
            <a:avLst/>
          </a:prstGeom>
        </p:spPr>
      </p:pic>
    </p:spTree>
    <p:extLst>
      <p:ext uri="{BB962C8B-B14F-4D97-AF65-F5344CB8AC3E}">
        <p14:creationId xmlns:p14="http://schemas.microsoft.com/office/powerpoint/2010/main" val="374519528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0ADFB-4C2E-4D6C-6A14-AB5E1F7D5CCF}"/>
              </a:ext>
            </a:extLst>
          </p:cNvPr>
          <p:cNvSpPr>
            <a:spLocks noGrp="1"/>
          </p:cNvSpPr>
          <p:nvPr>
            <p:ph type="title"/>
          </p:nvPr>
        </p:nvSpPr>
        <p:spPr>
          <a:xfrm>
            <a:off x="444617" y="123170"/>
            <a:ext cx="10234246" cy="1560498"/>
          </a:xfrm>
        </p:spPr>
        <p:txBody>
          <a:bodyPr/>
          <a:lstStyle/>
          <a:p>
            <a:r>
              <a:rPr lang="en-US"/>
              <a:t>STP</a:t>
            </a:r>
          </a:p>
        </p:txBody>
      </p:sp>
      <p:sp>
        <p:nvSpPr>
          <p:cNvPr id="3" name="Content Placeholder 2">
            <a:extLst>
              <a:ext uri="{FF2B5EF4-FFF2-40B4-BE49-F238E27FC236}">
                <a16:creationId xmlns:a16="http://schemas.microsoft.com/office/drawing/2014/main" id="{413840C5-CC11-8897-0453-FA8BED96F2F8}"/>
              </a:ext>
            </a:extLst>
          </p:cNvPr>
          <p:cNvSpPr>
            <a:spLocks noGrp="1"/>
          </p:cNvSpPr>
          <p:nvPr>
            <p:ph idx="1"/>
          </p:nvPr>
        </p:nvSpPr>
        <p:spPr>
          <a:xfrm>
            <a:off x="444617" y="1759946"/>
            <a:ext cx="10234246" cy="3923792"/>
          </a:xfrm>
        </p:spPr>
        <p:txBody>
          <a:bodyPr vert="horz" lIns="91440" tIns="45720" rIns="91440" bIns="45720" rtlCol="0" anchor="t">
            <a:normAutofit/>
          </a:bodyPr>
          <a:lstStyle/>
          <a:p>
            <a:r>
              <a:rPr lang="en-US">
                <a:latin typeface="Times New Roman"/>
                <a:ea typeface="+mn-lt"/>
                <a:cs typeface="+mn-lt"/>
              </a:rPr>
              <a:t>Spanning Tree Protocol (STP) is a network protocol that prevents loops in Ethernet networks with redundant paths, ensuring a loop-free topology. It achieves this by electing a root bridge and blocking redundant paths, effectively creating a tree-like structure. This prevents broadcast storms and network instability caused by endless loops. </a:t>
            </a:r>
            <a:endParaRPr lang="en-US">
              <a:latin typeface="Times New Roman"/>
              <a:cs typeface="Times New Roman"/>
            </a:endParaRPr>
          </a:p>
        </p:txBody>
      </p:sp>
      <p:pic>
        <p:nvPicPr>
          <p:cNvPr id="4" name="Picture 3" descr="Spanning Tree Protocol STP explained for beginners - CCNA ...">
            <a:extLst>
              <a:ext uri="{FF2B5EF4-FFF2-40B4-BE49-F238E27FC236}">
                <a16:creationId xmlns:a16="http://schemas.microsoft.com/office/drawing/2014/main" id="{618D8E7B-ECAB-B218-819A-CD685BBD502F}"/>
              </a:ext>
            </a:extLst>
          </p:cNvPr>
          <p:cNvPicPr>
            <a:picLocks noChangeAspect="1"/>
          </p:cNvPicPr>
          <p:nvPr/>
        </p:nvPicPr>
        <p:blipFill>
          <a:blip r:embed="rId2"/>
          <a:stretch>
            <a:fillRect/>
          </a:stretch>
        </p:blipFill>
        <p:spPr>
          <a:xfrm>
            <a:off x="3604462" y="3708688"/>
            <a:ext cx="3475665" cy="2749444"/>
          </a:xfrm>
          <a:prstGeom prst="rect">
            <a:avLst/>
          </a:prstGeom>
        </p:spPr>
      </p:pic>
    </p:spTree>
    <p:extLst>
      <p:ext uri="{BB962C8B-B14F-4D97-AF65-F5344CB8AC3E}">
        <p14:creationId xmlns:p14="http://schemas.microsoft.com/office/powerpoint/2010/main" val="22368418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F733B-04C5-9888-F2A0-55000A97062C}"/>
              </a:ext>
            </a:extLst>
          </p:cNvPr>
          <p:cNvSpPr>
            <a:spLocks noGrp="1"/>
          </p:cNvSpPr>
          <p:nvPr>
            <p:ph type="title"/>
          </p:nvPr>
        </p:nvSpPr>
        <p:spPr/>
        <p:txBody>
          <a:bodyPr/>
          <a:lstStyle/>
          <a:p>
            <a:r>
              <a:rPr lang="en-US"/>
              <a:t>RSTP</a:t>
            </a:r>
          </a:p>
        </p:txBody>
      </p:sp>
      <p:sp>
        <p:nvSpPr>
          <p:cNvPr id="3" name="Content Placeholder 2">
            <a:extLst>
              <a:ext uri="{FF2B5EF4-FFF2-40B4-BE49-F238E27FC236}">
                <a16:creationId xmlns:a16="http://schemas.microsoft.com/office/drawing/2014/main" id="{B414C0FB-9F37-ED36-BC32-E77E62A8982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Rapid Spanning Tree Protocol (RSTP) is a network protocol that provides faster convergence times than the original Spanning Tree Protocol (STP) in Ethernet networks. RSTP automatically determines the best way to route data on the network without redundancy, detecting link failures and reconfiguring the topology quickly. It achieves this by using a handshake mechanism between switches and defining specific port roles like root, designated, alternate, backup, and edge ports</a:t>
            </a:r>
            <a:endParaRPr lang="en-US">
              <a:latin typeface="Times New Roman"/>
              <a:cs typeface="Times New Roman"/>
            </a:endParaRPr>
          </a:p>
        </p:txBody>
      </p:sp>
      <p:pic>
        <p:nvPicPr>
          <p:cNvPr id="4" name="Picture 3" descr="Rapid Spanning Tree Protocol ...">
            <a:extLst>
              <a:ext uri="{FF2B5EF4-FFF2-40B4-BE49-F238E27FC236}">
                <a16:creationId xmlns:a16="http://schemas.microsoft.com/office/drawing/2014/main" id="{39975B40-5CFA-7891-7ADE-BBFCD855E0ED}"/>
              </a:ext>
            </a:extLst>
          </p:cNvPr>
          <p:cNvPicPr>
            <a:picLocks noChangeAspect="1"/>
          </p:cNvPicPr>
          <p:nvPr/>
        </p:nvPicPr>
        <p:blipFill>
          <a:blip r:embed="rId2"/>
          <a:stretch>
            <a:fillRect/>
          </a:stretch>
        </p:blipFill>
        <p:spPr>
          <a:xfrm>
            <a:off x="9487978" y="26868"/>
            <a:ext cx="2705100" cy="1685925"/>
          </a:xfrm>
          <a:prstGeom prst="rect">
            <a:avLst/>
          </a:prstGeom>
        </p:spPr>
      </p:pic>
    </p:spTree>
    <p:extLst>
      <p:ext uri="{BB962C8B-B14F-4D97-AF65-F5344CB8AC3E}">
        <p14:creationId xmlns:p14="http://schemas.microsoft.com/office/powerpoint/2010/main" val="39714030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37DB-6F91-9DCE-9AC6-7B166CC57111}"/>
              </a:ext>
            </a:extLst>
          </p:cNvPr>
          <p:cNvSpPr>
            <a:spLocks noGrp="1"/>
          </p:cNvSpPr>
          <p:nvPr>
            <p:ph type="title"/>
          </p:nvPr>
        </p:nvSpPr>
        <p:spPr/>
        <p:txBody>
          <a:bodyPr/>
          <a:lstStyle/>
          <a:p>
            <a:r>
              <a:rPr lang="en-US"/>
              <a:t>MSTP</a:t>
            </a:r>
          </a:p>
        </p:txBody>
      </p:sp>
      <p:sp>
        <p:nvSpPr>
          <p:cNvPr id="3" name="Content Placeholder 2">
            <a:extLst>
              <a:ext uri="{FF2B5EF4-FFF2-40B4-BE49-F238E27FC236}">
                <a16:creationId xmlns:a16="http://schemas.microsoft.com/office/drawing/2014/main" id="{EC7E36FF-D5BF-950C-440A-86F1B3353DB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Multiple Spanning Tree Protocol, is a network protocol used in switches to prevent loops in Layer 2 networks while also allowing for load balancing and faster convergence. It achieves this by creating multiple spanning trees (instances) for different VLANs within a region, enabling traffic to be distributed across multiple paths. </a:t>
            </a:r>
            <a:endParaRPr lang="en-US">
              <a:latin typeface="Times New Roman"/>
              <a:cs typeface="Times New Roman"/>
            </a:endParaRPr>
          </a:p>
        </p:txBody>
      </p:sp>
      <p:pic>
        <p:nvPicPr>
          <p:cNvPr id="4" name="Picture 3" descr="What is MSTP - Multiple Spanning Tree Protocol? - PyNet Labs">
            <a:extLst>
              <a:ext uri="{FF2B5EF4-FFF2-40B4-BE49-F238E27FC236}">
                <a16:creationId xmlns:a16="http://schemas.microsoft.com/office/drawing/2014/main" id="{44C8E458-7951-9D52-5B0D-3226217E27A5}"/>
              </a:ext>
            </a:extLst>
          </p:cNvPr>
          <p:cNvPicPr>
            <a:picLocks noChangeAspect="1"/>
          </p:cNvPicPr>
          <p:nvPr/>
        </p:nvPicPr>
        <p:blipFill>
          <a:blip r:embed="rId2"/>
          <a:stretch>
            <a:fillRect/>
          </a:stretch>
        </p:blipFill>
        <p:spPr>
          <a:xfrm>
            <a:off x="4021494" y="4096512"/>
            <a:ext cx="3464886" cy="2760498"/>
          </a:xfrm>
          <a:prstGeom prst="rect">
            <a:avLst/>
          </a:prstGeom>
        </p:spPr>
      </p:pic>
    </p:spTree>
    <p:extLst>
      <p:ext uri="{BB962C8B-B14F-4D97-AF65-F5344CB8AC3E}">
        <p14:creationId xmlns:p14="http://schemas.microsoft.com/office/powerpoint/2010/main" val="37599488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46242-225C-6836-2CE9-534A2FEA7495}"/>
              </a:ext>
            </a:extLst>
          </p:cNvPr>
          <p:cNvSpPr>
            <a:spLocks noGrp="1"/>
          </p:cNvSpPr>
          <p:nvPr>
            <p:ph type="title"/>
          </p:nvPr>
        </p:nvSpPr>
        <p:spPr/>
        <p:txBody>
          <a:bodyPr/>
          <a:lstStyle/>
          <a:p>
            <a:r>
              <a:rPr lang="en-US"/>
              <a:t>Stacking</a:t>
            </a:r>
          </a:p>
        </p:txBody>
      </p:sp>
      <p:sp>
        <p:nvSpPr>
          <p:cNvPr id="3" name="Content Placeholder 2">
            <a:extLst>
              <a:ext uri="{FF2B5EF4-FFF2-40B4-BE49-F238E27FC236}">
                <a16:creationId xmlns:a16="http://schemas.microsoft.com/office/drawing/2014/main" id="{27C7FEF7-EAE2-D403-97B7-02E16B49D3EA}"/>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switch stacking, is a technique that allows multiple physical network switches to be connected and managed as a single logical switch. This simplifies network management, increases scalability, and improves redundancy. </a:t>
            </a:r>
          </a:p>
        </p:txBody>
      </p:sp>
      <p:pic>
        <p:nvPicPr>
          <p:cNvPr id="4" name="Picture 3" descr="Switch Stacking Concept - GeeksforGeeks">
            <a:extLst>
              <a:ext uri="{FF2B5EF4-FFF2-40B4-BE49-F238E27FC236}">
                <a16:creationId xmlns:a16="http://schemas.microsoft.com/office/drawing/2014/main" id="{73EC477D-CACD-2A4B-AE18-D3E7ACF61D8C}"/>
              </a:ext>
            </a:extLst>
          </p:cNvPr>
          <p:cNvPicPr>
            <a:picLocks noChangeAspect="1"/>
          </p:cNvPicPr>
          <p:nvPr/>
        </p:nvPicPr>
        <p:blipFill>
          <a:blip r:embed="rId2"/>
          <a:stretch>
            <a:fillRect/>
          </a:stretch>
        </p:blipFill>
        <p:spPr>
          <a:xfrm>
            <a:off x="5925136" y="3425574"/>
            <a:ext cx="3268077" cy="2627061"/>
          </a:xfrm>
          <a:prstGeom prst="rect">
            <a:avLst/>
          </a:prstGeom>
        </p:spPr>
      </p:pic>
    </p:spTree>
    <p:extLst>
      <p:ext uri="{BB962C8B-B14F-4D97-AF65-F5344CB8AC3E}">
        <p14:creationId xmlns:p14="http://schemas.microsoft.com/office/powerpoint/2010/main" val="6765943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1FA4-161B-D47E-890C-C7B3400A51E4}"/>
              </a:ext>
            </a:extLst>
          </p:cNvPr>
          <p:cNvSpPr>
            <a:spLocks noGrp="1"/>
          </p:cNvSpPr>
          <p:nvPr>
            <p:ph type="title"/>
          </p:nvPr>
        </p:nvSpPr>
        <p:spPr/>
        <p:txBody>
          <a:bodyPr/>
          <a:lstStyle/>
          <a:p>
            <a:r>
              <a:rPr lang="en-US"/>
              <a:t>VSS</a:t>
            </a:r>
          </a:p>
        </p:txBody>
      </p:sp>
      <p:sp>
        <p:nvSpPr>
          <p:cNvPr id="3" name="Content Placeholder 2">
            <a:extLst>
              <a:ext uri="{FF2B5EF4-FFF2-40B4-BE49-F238E27FC236}">
                <a16:creationId xmlns:a16="http://schemas.microsoft.com/office/drawing/2014/main" id="{A05BB45B-23BC-3EC2-D7C4-036B0FF4A0BF}"/>
              </a:ext>
            </a:extLst>
          </p:cNvPr>
          <p:cNvSpPr>
            <a:spLocks noGrp="1"/>
          </p:cNvSpPr>
          <p:nvPr>
            <p:ph idx="1"/>
          </p:nvPr>
        </p:nvSpPr>
        <p:spPr>
          <a:xfrm>
            <a:off x="1069847" y="1838424"/>
            <a:ext cx="10826977" cy="4333775"/>
          </a:xfrm>
        </p:spPr>
        <p:txBody>
          <a:bodyPr vert="horz" lIns="91440" tIns="45720" rIns="91440" bIns="45720" rtlCol="0" anchor="t">
            <a:normAutofit/>
          </a:bodyPr>
          <a:lstStyle/>
          <a:p>
            <a:r>
              <a:rPr lang="en-US">
                <a:latin typeface="Times New Roman"/>
                <a:ea typeface="+mn-lt"/>
                <a:cs typeface="+mn-lt"/>
              </a:rPr>
              <a:t>VSS, or Virtual Switching System, is a Cisco technology that combines two physical switches into a single logical switch. This simplifies network management and enhances redundancy by creating a unified control and management plane. Essentially, devices on the network see the VSS as a single switch, even though it's composed of two physical devices. </a:t>
            </a:r>
            <a:endParaRPr lang="en-US">
              <a:latin typeface="Times New Roman"/>
              <a:cs typeface="Times New Roman"/>
            </a:endParaRPr>
          </a:p>
          <a:p>
            <a:pPr marL="0" indent="0">
              <a:buNone/>
            </a:pPr>
            <a:endParaRPr lang="en-US"/>
          </a:p>
        </p:txBody>
      </p:sp>
      <p:pic>
        <p:nvPicPr>
          <p:cNvPr id="4" name="Picture 3" descr="How to Configure a Cisco Virtual Switching System">
            <a:extLst>
              <a:ext uri="{FF2B5EF4-FFF2-40B4-BE49-F238E27FC236}">
                <a16:creationId xmlns:a16="http://schemas.microsoft.com/office/drawing/2014/main" id="{80A75EC2-4DC5-6419-82E2-8080F52188B5}"/>
              </a:ext>
            </a:extLst>
          </p:cNvPr>
          <p:cNvPicPr>
            <a:picLocks noChangeAspect="1"/>
          </p:cNvPicPr>
          <p:nvPr/>
        </p:nvPicPr>
        <p:blipFill>
          <a:blip r:embed="rId2"/>
          <a:stretch>
            <a:fillRect/>
          </a:stretch>
        </p:blipFill>
        <p:spPr>
          <a:xfrm>
            <a:off x="4360563" y="3997894"/>
            <a:ext cx="3729665" cy="2700966"/>
          </a:xfrm>
          <a:prstGeom prst="rect">
            <a:avLst/>
          </a:prstGeom>
        </p:spPr>
      </p:pic>
    </p:spTree>
    <p:extLst>
      <p:ext uri="{BB962C8B-B14F-4D97-AF65-F5344CB8AC3E}">
        <p14:creationId xmlns:p14="http://schemas.microsoft.com/office/powerpoint/2010/main" val="11081080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4E14-95BB-B319-C497-DB6DD0562C65}"/>
              </a:ext>
            </a:extLst>
          </p:cNvPr>
          <p:cNvSpPr>
            <a:spLocks noGrp="1"/>
          </p:cNvSpPr>
          <p:nvPr>
            <p:ph type="title"/>
          </p:nvPr>
        </p:nvSpPr>
        <p:spPr/>
        <p:txBody>
          <a:bodyPr/>
          <a:lstStyle/>
          <a:p>
            <a:r>
              <a:rPr lang="en-US"/>
              <a:t>Routing</a:t>
            </a:r>
          </a:p>
        </p:txBody>
      </p:sp>
      <p:sp>
        <p:nvSpPr>
          <p:cNvPr id="3" name="Content Placeholder 2">
            <a:extLst>
              <a:ext uri="{FF2B5EF4-FFF2-40B4-BE49-F238E27FC236}">
                <a16:creationId xmlns:a16="http://schemas.microsoft.com/office/drawing/2014/main" id="{95C49C81-5422-C29A-37C0-300DE42D6A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727029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85C69-6EF5-85E1-6C7B-A77D0F824025}"/>
              </a:ext>
            </a:extLst>
          </p:cNvPr>
          <p:cNvSpPr>
            <a:spLocks noGrp="1"/>
          </p:cNvSpPr>
          <p:nvPr>
            <p:ph type="title"/>
          </p:nvPr>
        </p:nvSpPr>
        <p:spPr/>
        <p:txBody>
          <a:bodyPr/>
          <a:lstStyle/>
          <a:p>
            <a:r>
              <a:rPr lang="en-US"/>
              <a:t>What is routing</a:t>
            </a:r>
          </a:p>
        </p:txBody>
      </p:sp>
      <p:sp>
        <p:nvSpPr>
          <p:cNvPr id="3" name="Content Placeholder 2">
            <a:extLst>
              <a:ext uri="{FF2B5EF4-FFF2-40B4-BE49-F238E27FC236}">
                <a16:creationId xmlns:a16="http://schemas.microsoft.com/office/drawing/2014/main" id="{23F51627-F170-A3E2-AB77-DCE7CF254908}"/>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Routing, in the context of computer networks, is the process of selecting paths for data packets to travel from a source to a destination within or between networks. It's a crucial function for ensuring that information reaches its intended recipient efficiently. Routers, acting as network intermediaries, analyze data packets, determine the optimal path, and forward the packets accordingly. </a:t>
            </a:r>
          </a:p>
        </p:txBody>
      </p:sp>
    </p:spTree>
    <p:extLst>
      <p:ext uri="{BB962C8B-B14F-4D97-AF65-F5344CB8AC3E}">
        <p14:creationId xmlns:p14="http://schemas.microsoft.com/office/powerpoint/2010/main" val="42218115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2CBD-8D87-43D3-C53E-CF9ECF5516FC}"/>
              </a:ext>
            </a:extLst>
          </p:cNvPr>
          <p:cNvSpPr>
            <a:spLocks noGrp="1"/>
          </p:cNvSpPr>
          <p:nvPr>
            <p:ph type="title"/>
          </p:nvPr>
        </p:nvSpPr>
        <p:spPr/>
        <p:txBody>
          <a:bodyPr/>
          <a:lstStyle/>
          <a:p>
            <a:r>
              <a:rPr lang="en-US"/>
              <a:t>Static routing</a:t>
            </a:r>
          </a:p>
        </p:txBody>
      </p:sp>
      <p:sp>
        <p:nvSpPr>
          <p:cNvPr id="3" name="Content Placeholder 2">
            <a:extLst>
              <a:ext uri="{FF2B5EF4-FFF2-40B4-BE49-F238E27FC236}">
                <a16:creationId xmlns:a16="http://schemas.microsoft.com/office/drawing/2014/main" id="{7032249F-6EF7-43DE-C7B7-73D109D99C31}"/>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Static routing is a technique where network routes are manually configured by an administrator and remain unchanged unless manually modified. It's a simple method for smaller networks with infrequent changes, offering security and reduced resource consumption compared to dynamic routing</a:t>
            </a:r>
            <a:endParaRPr lang="en-US">
              <a:latin typeface="Times New Roman"/>
              <a:cs typeface="Times New Roman"/>
            </a:endParaRPr>
          </a:p>
        </p:txBody>
      </p:sp>
      <p:pic>
        <p:nvPicPr>
          <p:cNvPr id="4" name="Picture 3" descr="Static Route Cisco | Static Routing on Cisco Routeres ⋆ IPCisco">
            <a:extLst>
              <a:ext uri="{FF2B5EF4-FFF2-40B4-BE49-F238E27FC236}">
                <a16:creationId xmlns:a16="http://schemas.microsoft.com/office/drawing/2014/main" id="{EE0B4649-0DFB-4164-8795-80CDD14DBA18}"/>
              </a:ext>
            </a:extLst>
          </p:cNvPr>
          <p:cNvPicPr>
            <a:picLocks noChangeAspect="1"/>
          </p:cNvPicPr>
          <p:nvPr/>
        </p:nvPicPr>
        <p:blipFill>
          <a:blip r:embed="rId2"/>
          <a:stretch>
            <a:fillRect/>
          </a:stretch>
        </p:blipFill>
        <p:spPr>
          <a:xfrm>
            <a:off x="7796752" y="3638461"/>
            <a:ext cx="3327100" cy="2700966"/>
          </a:xfrm>
          <a:prstGeom prst="rect">
            <a:avLst/>
          </a:prstGeom>
        </p:spPr>
      </p:pic>
    </p:spTree>
    <p:extLst>
      <p:ext uri="{BB962C8B-B14F-4D97-AF65-F5344CB8AC3E}">
        <p14:creationId xmlns:p14="http://schemas.microsoft.com/office/powerpoint/2010/main" val="25443756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03B01-7D0E-0BBB-BCFF-EB128C87DE69}"/>
              </a:ext>
            </a:extLst>
          </p:cNvPr>
          <p:cNvSpPr>
            <a:spLocks noGrp="1"/>
          </p:cNvSpPr>
          <p:nvPr>
            <p:ph type="title"/>
          </p:nvPr>
        </p:nvSpPr>
        <p:spPr/>
        <p:txBody>
          <a:bodyPr/>
          <a:lstStyle/>
          <a:p>
            <a:r>
              <a:rPr lang="en-US"/>
              <a:t>EIGRP</a:t>
            </a:r>
          </a:p>
        </p:txBody>
      </p:sp>
      <p:sp>
        <p:nvSpPr>
          <p:cNvPr id="3" name="Content Placeholder 2">
            <a:extLst>
              <a:ext uri="{FF2B5EF4-FFF2-40B4-BE49-F238E27FC236}">
                <a16:creationId xmlns:a16="http://schemas.microsoft.com/office/drawing/2014/main" id="{6CFFB95D-EFDB-C3AC-D898-43728C46AB7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EIGRP, or Enhanced Interior Gateway Routing Protocol, is a Cisco-developed routing protocol used in large enterprise networks to efficiently exchange routing information between routers. It's a hybrid protocol, blending aspects of both distance-vector and link-state routing, and utilizes the Diffusing Update Algorithm (DUAL) for fast and loop-free convergence. EIGRP is known for its rapid convergence times, low network resource usage, and support for various features like VLSM and route summarization. </a:t>
            </a:r>
            <a:endParaRPr lang="en-US">
              <a:latin typeface="Times New Roman"/>
              <a:cs typeface="Times New Roman"/>
            </a:endParaRPr>
          </a:p>
        </p:txBody>
      </p:sp>
      <p:pic>
        <p:nvPicPr>
          <p:cNvPr id="4" name="Picture 3" descr="Understanding Basics of EIGRP Routing Protocol">
            <a:extLst>
              <a:ext uri="{FF2B5EF4-FFF2-40B4-BE49-F238E27FC236}">
                <a16:creationId xmlns:a16="http://schemas.microsoft.com/office/drawing/2014/main" id="{F8E6D772-3B5B-7D16-603C-4C3077F9F52D}"/>
              </a:ext>
            </a:extLst>
          </p:cNvPr>
          <p:cNvPicPr>
            <a:picLocks noChangeAspect="1"/>
          </p:cNvPicPr>
          <p:nvPr/>
        </p:nvPicPr>
        <p:blipFill>
          <a:blip r:embed="rId2"/>
          <a:stretch>
            <a:fillRect/>
          </a:stretch>
        </p:blipFill>
        <p:spPr>
          <a:xfrm>
            <a:off x="9195758" y="200151"/>
            <a:ext cx="2743200" cy="1655659"/>
          </a:xfrm>
          <a:prstGeom prst="rect">
            <a:avLst/>
          </a:prstGeom>
        </p:spPr>
      </p:pic>
    </p:spTree>
    <p:extLst>
      <p:ext uri="{BB962C8B-B14F-4D97-AF65-F5344CB8AC3E}">
        <p14:creationId xmlns:p14="http://schemas.microsoft.com/office/powerpoint/2010/main" val="21456857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07BC-63D5-A339-2ED7-8F163B4D41F7}"/>
              </a:ext>
            </a:extLst>
          </p:cNvPr>
          <p:cNvSpPr>
            <a:spLocks noGrp="1"/>
          </p:cNvSpPr>
          <p:nvPr>
            <p:ph type="title"/>
          </p:nvPr>
        </p:nvSpPr>
        <p:spPr/>
        <p:txBody>
          <a:bodyPr/>
          <a:lstStyle/>
          <a:p>
            <a:r>
              <a:rPr lang="en-US"/>
              <a:t>OSPF</a:t>
            </a:r>
          </a:p>
        </p:txBody>
      </p:sp>
      <p:sp>
        <p:nvSpPr>
          <p:cNvPr id="3" name="Content Placeholder 2">
            <a:extLst>
              <a:ext uri="{FF2B5EF4-FFF2-40B4-BE49-F238E27FC236}">
                <a16:creationId xmlns:a16="http://schemas.microsoft.com/office/drawing/2014/main" id="{12BA8333-3599-6128-1E82-E320318B8EE7}"/>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Open Shortest Path First is a link-state routing protocol used to determine the most efficient path for data transmission within a single autonomous system (AS). It uses the Shortest Path First (SPF) algorithm (also known as Dijkstra's algorithm) to calculate the best routes based on link costs. OSPF is widely used in IP networks due to its efficiency, scalability, and ability to handle complex network topologies. </a:t>
            </a:r>
            <a:endParaRPr lang="en-US">
              <a:latin typeface="Times New Roman"/>
              <a:cs typeface="Times New Roman"/>
            </a:endParaRPr>
          </a:p>
        </p:txBody>
      </p:sp>
      <p:pic>
        <p:nvPicPr>
          <p:cNvPr id="4" name="Picture 3" descr="How OSPF Protocol Works &amp; Basic Concepts: OSPF Neighbor ...">
            <a:extLst>
              <a:ext uri="{FF2B5EF4-FFF2-40B4-BE49-F238E27FC236}">
                <a16:creationId xmlns:a16="http://schemas.microsoft.com/office/drawing/2014/main" id="{8D830C8E-BCD7-D191-8561-1C0ADD48A165}"/>
              </a:ext>
            </a:extLst>
          </p:cNvPr>
          <p:cNvPicPr>
            <a:picLocks noChangeAspect="1"/>
          </p:cNvPicPr>
          <p:nvPr/>
        </p:nvPicPr>
        <p:blipFill>
          <a:blip r:embed="rId2"/>
          <a:stretch>
            <a:fillRect/>
          </a:stretch>
        </p:blipFill>
        <p:spPr>
          <a:xfrm>
            <a:off x="4317431" y="4386083"/>
            <a:ext cx="2823892" cy="2255268"/>
          </a:xfrm>
          <a:prstGeom prst="rect">
            <a:avLst/>
          </a:prstGeom>
        </p:spPr>
      </p:pic>
    </p:spTree>
    <p:extLst>
      <p:ext uri="{BB962C8B-B14F-4D97-AF65-F5344CB8AC3E}">
        <p14:creationId xmlns:p14="http://schemas.microsoft.com/office/powerpoint/2010/main" val="42152542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C47CA-79E8-08F8-C6C4-73A5F2E306ED}"/>
              </a:ext>
            </a:extLst>
          </p:cNvPr>
          <p:cNvSpPr>
            <a:spLocks noGrp="1"/>
          </p:cNvSpPr>
          <p:nvPr>
            <p:ph type="title"/>
          </p:nvPr>
        </p:nvSpPr>
        <p:spPr/>
        <p:txBody>
          <a:bodyPr/>
          <a:lstStyle/>
          <a:p>
            <a:r>
              <a:rPr lang="en-US"/>
              <a:t>BGP</a:t>
            </a:r>
          </a:p>
        </p:txBody>
      </p:sp>
      <p:sp>
        <p:nvSpPr>
          <p:cNvPr id="3" name="Content Placeholder 2">
            <a:extLst>
              <a:ext uri="{FF2B5EF4-FFF2-40B4-BE49-F238E27FC236}">
                <a16:creationId xmlns:a16="http://schemas.microsoft.com/office/drawing/2014/main" id="{B4967494-475D-1C25-4D2F-8999F2F09921}"/>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Border Gateway Protocol routing is the system that enables the internet to function by allowing different networks, called Autonomous Systems (AS), to exchange routing information and determine the best paths for data packets to travel across the internet. It's essentially the "postal service" of the internet, figuring out how to get data from one point to another efficiently</a:t>
            </a:r>
            <a:endParaRPr lang="en-US">
              <a:latin typeface="Times New Roman"/>
              <a:cs typeface="Times New Roman"/>
            </a:endParaRPr>
          </a:p>
        </p:txBody>
      </p:sp>
      <p:pic>
        <p:nvPicPr>
          <p:cNvPr id="4" name="Picture 3" descr="BGP Protocol: Routing and Advantages - Shiksha Online">
            <a:extLst>
              <a:ext uri="{FF2B5EF4-FFF2-40B4-BE49-F238E27FC236}">
                <a16:creationId xmlns:a16="http://schemas.microsoft.com/office/drawing/2014/main" id="{6B639F53-BAC7-F3F6-AE4E-226DD6E1034F}"/>
              </a:ext>
            </a:extLst>
          </p:cNvPr>
          <p:cNvPicPr>
            <a:picLocks noChangeAspect="1"/>
          </p:cNvPicPr>
          <p:nvPr/>
        </p:nvPicPr>
        <p:blipFill>
          <a:blip r:embed="rId2"/>
          <a:srcRect r="-410" b="30727"/>
          <a:stretch>
            <a:fillRect/>
          </a:stretch>
        </p:blipFill>
        <p:spPr>
          <a:xfrm>
            <a:off x="4044261" y="4386084"/>
            <a:ext cx="3528409" cy="1980608"/>
          </a:xfrm>
          <a:prstGeom prst="rect">
            <a:avLst/>
          </a:prstGeom>
        </p:spPr>
      </p:pic>
    </p:spTree>
    <p:extLst>
      <p:ext uri="{BB962C8B-B14F-4D97-AF65-F5344CB8AC3E}">
        <p14:creationId xmlns:p14="http://schemas.microsoft.com/office/powerpoint/2010/main" val="16194296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FBF4-3465-165D-A050-10C9D6C68FF8}"/>
              </a:ext>
            </a:extLst>
          </p:cNvPr>
          <p:cNvSpPr>
            <a:spLocks noGrp="1"/>
          </p:cNvSpPr>
          <p:nvPr>
            <p:ph type="title"/>
          </p:nvPr>
        </p:nvSpPr>
        <p:spPr/>
        <p:txBody>
          <a:bodyPr/>
          <a:lstStyle/>
          <a:p>
            <a:r>
              <a:rPr lang="en-US"/>
              <a:t>Security access list</a:t>
            </a:r>
          </a:p>
        </p:txBody>
      </p:sp>
      <p:sp>
        <p:nvSpPr>
          <p:cNvPr id="3" name="Content Placeholder 2">
            <a:extLst>
              <a:ext uri="{FF2B5EF4-FFF2-40B4-BE49-F238E27FC236}">
                <a16:creationId xmlns:a16="http://schemas.microsoft.com/office/drawing/2014/main" id="{26AA22E7-DF04-F5B1-3AD6-3BEAF8B79EE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Security Access List (ACL) is a set of rules used to filter network traffic, controlling which packets are allowed or denied access to a network or specific resources. ACLs act as a first line of defense, enhancing security by preventing unauthorized access and limiting potential threats. They are essentially like a guest list for a network, determining who or what can enter and exit. </a:t>
            </a:r>
            <a:br>
              <a:rPr lang="en-US">
                <a:latin typeface="Times New Roman"/>
              </a:rPr>
            </a:br>
            <a:endParaRPr lang="en-US">
              <a:latin typeface="Times New Roman"/>
              <a:cs typeface="Times New Roman"/>
            </a:endParaRPr>
          </a:p>
          <a:p>
            <a:endParaRPr lang="en-US">
              <a:latin typeface="Times New Roman"/>
              <a:cs typeface="Times New Roman"/>
            </a:endParaRPr>
          </a:p>
        </p:txBody>
      </p:sp>
      <p:pic>
        <p:nvPicPr>
          <p:cNvPr id="4" name="Picture 3" descr="ACLs (Access Control Lists) Part I | CCNA Blog">
            <a:extLst>
              <a:ext uri="{FF2B5EF4-FFF2-40B4-BE49-F238E27FC236}">
                <a16:creationId xmlns:a16="http://schemas.microsoft.com/office/drawing/2014/main" id="{0B5BA21E-2E60-65DC-D4E0-9891D1EE2ED6}"/>
              </a:ext>
            </a:extLst>
          </p:cNvPr>
          <p:cNvPicPr>
            <a:picLocks noChangeAspect="1"/>
          </p:cNvPicPr>
          <p:nvPr/>
        </p:nvPicPr>
        <p:blipFill>
          <a:blip r:embed="rId2"/>
          <a:stretch>
            <a:fillRect/>
          </a:stretch>
        </p:blipFill>
        <p:spPr>
          <a:xfrm>
            <a:off x="8084299" y="4141667"/>
            <a:ext cx="3168949" cy="2528439"/>
          </a:xfrm>
          <a:prstGeom prst="rect">
            <a:avLst/>
          </a:prstGeom>
        </p:spPr>
      </p:pic>
    </p:spTree>
    <p:extLst>
      <p:ext uri="{BB962C8B-B14F-4D97-AF65-F5344CB8AC3E}">
        <p14:creationId xmlns:p14="http://schemas.microsoft.com/office/powerpoint/2010/main" val="35979565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CD773-A6B4-493C-104B-A23280D4BDAD}"/>
              </a:ext>
            </a:extLst>
          </p:cNvPr>
          <p:cNvSpPr>
            <a:spLocks noGrp="1"/>
          </p:cNvSpPr>
          <p:nvPr>
            <p:ph type="title"/>
          </p:nvPr>
        </p:nvSpPr>
        <p:spPr>
          <a:xfrm>
            <a:off x="1069848" y="-3830"/>
            <a:ext cx="10058400" cy="1609344"/>
          </a:xfrm>
        </p:spPr>
        <p:txBody>
          <a:bodyPr/>
          <a:lstStyle/>
          <a:p>
            <a:r>
              <a:rPr lang="en-US"/>
              <a:t>Access List</a:t>
            </a:r>
          </a:p>
        </p:txBody>
      </p:sp>
      <p:sp>
        <p:nvSpPr>
          <p:cNvPr id="3" name="Content Placeholder 2">
            <a:extLst>
              <a:ext uri="{FF2B5EF4-FFF2-40B4-BE49-F238E27FC236}">
                <a16:creationId xmlns:a16="http://schemas.microsoft.com/office/drawing/2014/main" id="{69F62F04-FAB6-D3B3-6E4F-B8088130F6AD}"/>
              </a:ext>
            </a:extLst>
          </p:cNvPr>
          <p:cNvSpPr>
            <a:spLocks noGrp="1"/>
          </p:cNvSpPr>
          <p:nvPr>
            <p:ph idx="1"/>
          </p:nvPr>
        </p:nvSpPr>
        <p:spPr>
          <a:xfrm>
            <a:off x="1069848" y="1164023"/>
            <a:ext cx="10058400" cy="4050792"/>
          </a:xfrm>
        </p:spPr>
        <p:txBody>
          <a:bodyPr vert="horz" lIns="91440" tIns="45720" rIns="91440" bIns="45720" rtlCol="0" anchor="t">
            <a:noAutofit/>
          </a:bodyPr>
          <a:lstStyle/>
          <a:p>
            <a:r>
              <a:rPr lang="en-US" b="1">
                <a:latin typeface="Times New Roman"/>
                <a:ea typeface="+mn-lt"/>
                <a:cs typeface="+mn-lt"/>
              </a:rPr>
              <a:t>Filtering:</a:t>
            </a:r>
            <a:endParaRPr lang="en-US">
              <a:latin typeface="Times New Roman"/>
              <a:cs typeface="Times New Roman"/>
            </a:endParaRPr>
          </a:p>
          <a:p>
            <a:r>
              <a:rPr lang="en-US">
                <a:latin typeface="Times New Roman"/>
                <a:ea typeface="+mn-lt"/>
                <a:cs typeface="+mn-lt"/>
              </a:rPr>
              <a:t>ACLs filter network traffic based on criteria like source and destination IP addresses, protocols, and port numbers. </a:t>
            </a:r>
            <a:endParaRPr lang="en-US">
              <a:latin typeface="Times New Roman"/>
              <a:cs typeface="Times New Roman"/>
            </a:endParaRPr>
          </a:p>
          <a:p>
            <a:r>
              <a:rPr lang="en-US" b="1">
                <a:latin typeface="Times New Roman"/>
                <a:ea typeface="+mn-lt"/>
                <a:cs typeface="+mn-lt"/>
              </a:rPr>
              <a:t>Implicit Denial:</a:t>
            </a:r>
            <a:endParaRPr lang="en-US">
              <a:latin typeface="Times New Roman"/>
              <a:cs typeface="Times New Roman"/>
            </a:endParaRPr>
          </a:p>
          <a:p>
            <a:r>
              <a:rPr lang="en-US">
                <a:latin typeface="Times New Roman"/>
                <a:ea typeface="+mn-lt"/>
                <a:cs typeface="+mn-lt"/>
              </a:rPr>
              <a:t>If a packet doesn't match any rule in the ACL, it's typically dropped (denied). </a:t>
            </a:r>
            <a:endParaRPr lang="en-US">
              <a:latin typeface="Times New Roman"/>
              <a:cs typeface="Times New Roman"/>
            </a:endParaRPr>
          </a:p>
          <a:p>
            <a:r>
              <a:rPr lang="en-US" b="1">
                <a:latin typeface="Times New Roman"/>
                <a:ea typeface="+mn-lt"/>
                <a:cs typeface="+mn-lt"/>
              </a:rPr>
              <a:t>Types of ACLs:</a:t>
            </a:r>
            <a:endParaRPr lang="en-US">
              <a:latin typeface="Times New Roman"/>
              <a:cs typeface="Times New Roman"/>
            </a:endParaRPr>
          </a:p>
          <a:p>
            <a:pPr lvl="1"/>
            <a:r>
              <a:rPr lang="en-US" sz="2800" b="1">
                <a:latin typeface="Times New Roman"/>
                <a:ea typeface="+mn-lt"/>
                <a:cs typeface="+mn-lt"/>
              </a:rPr>
              <a:t>Standard ACLs:</a:t>
            </a:r>
            <a:r>
              <a:rPr lang="en-US" sz="2800">
                <a:latin typeface="Times New Roman"/>
                <a:ea typeface="+mn-lt"/>
                <a:cs typeface="+mn-lt"/>
              </a:rPr>
              <a:t> Focus on filtering based on source IP addresses. </a:t>
            </a:r>
            <a:endParaRPr lang="en-US" sz="2800">
              <a:latin typeface="Times New Roman"/>
              <a:cs typeface="Times New Roman"/>
            </a:endParaRPr>
          </a:p>
          <a:p>
            <a:pPr lvl="1"/>
            <a:r>
              <a:rPr lang="en-US" sz="2800" b="1">
                <a:latin typeface="Times New Roman"/>
                <a:ea typeface="+mn-lt"/>
                <a:cs typeface="+mn-lt"/>
              </a:rPr>
              <a:t>Extended ACLs:</a:t>
            </a:r>
            <a:r>
              <a:rPr lang="en-US" sz="2800">
                <a:latin typeface="Times New Roman"/>
                <a:ea typeface="+mn-lt"/>
                <a:cs typeface="+mn-lt"/>
              </a:rPr>
              <a:t> Provide more granular filtering options, including source/destination addresses, protocols, and port numbers. </a:t>
            </a:r>
            <a:endParaRPr lang="en-US" sz="2800">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6226998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6CFC-56F1-D8EB-EC67-F75CB5F98AE9}"/>
              </a:ext>
            </a:extLst>
          </p:cNvPr>
          <p:cNvSpPr>
            <a:spLocks noGrp="1"/>
          </p:cNvSpPr>
          <p:nvPr>
            <p:ph type="title"/>
          </p:nvPr>
        </p:nvSpPr>
        <p:spPr/>
        <p:txBody>
          <a:bodyPr/>
          <a:lstStyle/>
          <a:p>
            <a:r>
              <a:rPr lang="en-US"/>
              <a:t>How ACL works</a:t>
            </a:r>
          </a:p>
        </p:txBody>
      </p:sp>
      <p:sp>
        <p:nvSpPr>
          <p:cNvPr id="3" name="Content Placeholder 2">
            <a:extLst>
              <a:ext uri="{FF2B5EF4-FFF2-40B4-BE49-F238E27FC236}">
                <a16:creationId xmlns:a16="http://schemas.microsoft.com/office/drawing/2014/main" id="{F76F6782-10A7-8471-8652-EA7C71472267}"/>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Packet Arrival</a:t>
            </a:r>
            <a:r>
              <a:rPr lang="en-US">
                <a:latin typeface="Times New Roman"/>
                <a:ea typeface="+mn-lt"/>
                <a:cs typeface="+mn-lt"/>
              </a:rPr>
              <a:t>: When a network packet arrives at a device (like a router), it's examined by the ACL.</a:t>
            </a:r>
          </a:p>
          <a:p>
            <a:r>
              <a:rPr lang="en-US" b="1">
                <a:latin typeface="Times New Roman"/>
                <a:ea typeface="+mn-lt"/>
                <a:cs typeface="+mn-lt"/>
              </a:rPr>
              <a:t>Rule Matching</a:t>
            </a:r>
            <a:r>
              <a:rPr lang="en-US">
                <a:latin typeface="Times New Roman"/>
                <a:ea typeface="+mn-lt"/>
                <a:cs typeface="+mn-lt"/>
              </a:rPr>
              <a:t>: The packet is compared against each rule in the ACL, one by one. </a:t>
            </a:r>
          </a:p>
          <a:p>
            <a:r>
              <a:rPr lang="en-US" b="1">
                <a:latin typeface="Times New Roman"/>
                <a:ea typeface="+mn-lt"/>
                <a:cs typeface="+mn-lt"/>
              </a:rPr>
              <a:t>Action</a:t>
            </a:r>
            <a:r>
              <a:rPr lang="en-US">
                <a:latin typeface="Times New Roman"/>
                <a:ea typeface="+mn-lt"/>
                <a:cs typeface="+mn-lt"/>
              </a:rPr>
              <a:t>: If a rule matches, the corresponding action (permit or deny) is taken on the packet. </a:t>
            </a:r>
          </a:p>
          <a:p>
            <a:r>
              <a:rPr lang="en-US" b="1">
                <a:latin typeface="Times New Roman"/>
                <a:ea typeface="+mn-lt"/>
                <a:cs typeface="+mn-lt"/>
              </a:rPr>
              <a:t>Implicit Denial</a:t>
            </a:r>
            <a:r>
              <a:rPr lang="en-US">
                <a:latin typeface="Times New Roman"/>
                <a:ea typeface="+mn-lt"/>
                <a:cs typeface="+mn-lt"/>
              </a:rPr>
              <a:t>: If no rule matches, the packet is typically dropped. </a:t>
            </a:r>
          </a:p>
          <a:p>
            <a:endParaRPr lang="en-US">
              <a:latin typeface="Times New Roman"/>
              <a:cs typeface="Times New Roman"/>
            </a:endParaRPr>
          </a:p>
        </p:txBody>
      </p:sp>
    </p:spTree>
    <p:extLst>
      <p:ext uri="{BB962C8B-B14F-4D97-AF65-F5344CB8AC3E}">
        <p14:creationId xmlns:p14="http://schemas.microsoft.com/office/powerpoint/2010/main" val="39060495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29B27-3142-2564-EEAE-B76CF118805F}"/>
              </a:ext>
            </a:extLst>
          </p:cNvPr>
          <p:cNvSpPr>
            <a:spLocks noGrp="1"/>
          </p:cNvSpPr>
          <p:nvPr>
            <p:ph type="title"/>
          </p:nvPr>
        </p:nvSpPr>
        <p:spPr>
          <a:xfrm>
            <a:off x="1069848" y="113401"/>
            <a:ext cx="10058400" cy="1609344"/>
          </a:xfrm>
        </p:spPr>
        <p:txBody>
          <a:bodyPr/>
          <a:lstStyle/>
          <a:p>
            <a:r>
              <a:rPr lang="en-US"/>
              <a:t>NAT</a:t>
            </a:r>
          </a:p>
        </p:txBody>
      </p:sp>
      <p:sp>
        <p:nvSpPr>
          <p:cNvPr id="3" name="Content Placeholder 2">
            <a:extLst>
              <a:ext uri="{FF2B5EF4-FFF2-40B4-BE49-F238E27FC236}">
                <a16:creationId xmlns:a16="http://schemas.microsoft.com/office/drawing/2014/main" id="{04F826D0-E27C-5DBC-5F0C-4F7DB651F3F8}"/>
              </a:ext>
            </a:extLst>
          </p:cNvPr>
          <p:cNvSpPr>
            <a:spLocks noGrp="1"/>
          </p:cNvSpPr>
          <p:nvPr>
            <p:ph idx="1"/>
          </p:nvPr>
        </p:nvSpPr>
        <p:spPr>
          <a:xfrm>
            <a:off x="1069848" y="1437562"/>
            <a:ext cx="10058400" cy="4050792"/>
          </a:xfrm>
        </p:spPr>
        <p:txBody>
          <a:bodyPr vert="horz" lIns="91440" tIns="45720" rIns="91440" bIns="45720" rtlCol="0" anchor="t">
            <a:normAutofit/>
          </a:bodyPr>
          <a:lstStyle/>
          <a:p>
            <a:r>
              <a:rPr lang="en-US">
                <a:latin typeface="Times New Roman"/>
                <a:ea typeface="+mn-lt"/>
                <a:cs typeface="+mn-lt"/>
              </a:rPr>
              <a:t>Network Address Translation is a networking process that modifies network address information in the IP header of packets as they pass through a router or firewall. It allows multiple devices on a private network to share a single public IP address when communicating with the internet, enhancing security and conserving IP addresses. </a:t>
            </a:r>
            <a:endParaRPr lang="en-US">
              <a:latin typeface="Times New Roman"/>
              <a:cs typeface="Times New Roman"/>
            </a:endParaRPr>
          </a:p>
        </p:txBody>
      </p:sp>
      <p:pic>
        <p:nvPicPr>
          <p:cNvPr id="1026" name="Picture 2" descr="Network Address Translation (NAT) - GeeksforGeeks">
            <a:extLst>
              <a:ext uri="{FF2B5EF4-FFF2-40B4-BE49-F238E27FC236}">
                <a16:creationId xmlns:a16="http://schemas.microsoft.com/office/drawing/2014/main" id="{ADA91942-C72D-FF77-FE39-A21D94A72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710" y="3895481"/>
            <a:ext cx="6262077" cy="2728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9709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1B1A-3C61-B61B-2687-EF8D27DFC6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B2A38A-BE11-0487-38C5-4F5F27ECB51C}"/>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Private vs. Public IP Addresses:</a:t>
            </a:r>
            <a:endParaRPr lang="en-US">
              <a:latin typeface="Times New Roman"/>
              <a:cs typeface="Times New Roman"/>
            </a:endParaRPr>
          </a:p>
          <a:p>
            <a:r>
              <a:rPr lang="en-US">
                <a:latin typeface="Times New Roman"/>
                <a:ea typeface="+mn-lt"/>
                <a:cs typeface="+mn-lt"/>
              </a:rPr>
              <a:t>Devices on a private network (like your home or office network) use private IP addresses, which are not routable on the public internet. NAT translates these private IP addresses to a public IP address when those devices need to access the internet. </a:t>
            </a:r>
            <a:endParaRPr lang="en-US">
              <a:latin typeface="Times New Roman"/>
            </a:endParaRPr>
          </a:p>
        </p:txBody>
      </p:sp>
    </p:spTree>
    <p:extLst>
      <p:ext uri="{BB962C8B-B14F-4D97-AF65-F5344CB8AC3E}">
        <p14:creationId xmlns:p14="http://schemas.microsoft.com/office/powerpoint/2010/main" val="30152291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59215-8031-9CDD-E657-17911E9C15E0}"/>
              </a:ext>
            </a:extLst>
          </p:cNvPr>
          <p:cNvSpPr>
            <a:spLocks noGrp="1"/>
          </p:cNvSpPr>
          <p:nvPr>
            <p:ph type="title"/>
          </p:nvPr>
        </p:nvSpPr>
        <p:spPr/>
        <p:txBody>
          <a:bodyPr/>
          <a:lstStyle/>
          <a:p>
            <a:r>
              <a:rPr lang="en-US"/>
              <a:t>How NAT works</a:t>
            </a:r>
          </a:p>
        </p:txBody>
      </p:sp>
      <p:sp>
        <p:nvSpPr>
          <p:cNvPr id="3" name="Content Placeholder 2">
            <a:extLst>
              <a:ext uri="{FF2B5EF4-FFF2-40B4-BE49-F238E27FC236}">
                <a16:creationId xmlns:a16="http://schemas.microsoft.com/office/drawing/2014/main" id="{84702AB0-2B9B-2767-3EF9-29B844C71CA9}"/>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When a device on the private network sends a packet to the internet, the router's NAT function modifies the source IP address in the packet header to its own public IP address. It also creates a translation entry in its NAT table, mapping the private IP address to the public IP address and port number. When the response comes back, the router uses this table to translate the public IP address back to the correct private IP address, delivering the data to the intended device. </a:t>
            </a:r>
            <a:endParaRPr lang="en-US">
              <a:latin typeface="Times New Roman"/>
              <a:cs typeface="Times New Roman"/>
            </a:endParaRPr>
          </a:p>
        </p:txBody>
      </p:sp>
      <p:pic>
        <p:nvPicPr>
          <p:cNvPr id="2054" name="Picture 6" descr="What is NAT">
            <a:extLst>
              <a:ext uri="{FF2B5EF4-FFF2-40B4-BE49-F238E27FC236}">
                <a16:creationId xmlns:a16="http://schemas.microsoft.com/office/drawing/2014/main" id="{6C2B6717-4554-5808-5409-A43896CFD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061" y="4958786"/>
            <a:ext cx="3347811" cy="2399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43663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7C3B9-6367-38C1-5F59-94E9226288FF}"/>
              </a:ext>
            </a:extLst>
          </p:cNvPr>
          <p:cNvSpPr>
            <a:spLocks noGrp="1"/>
          </p:cNvSpPr>
          <p:nvPr>
            <p:ph type="title"/>
          </p:nvPr>
        </p:nvSpPr>
        <p:spPr/>
        <p:txBody>
          <a:bodyPr/>
          <a:lstStyle/>
          <a:p>
            <a:r>
              <a:rPr lang="en-US"/>
              <a:t>PAT</a:t>
            </a:r>
          </a:p>
        </p:txBody>
      </p:sp>
      <p:sp>
        <p:nvSpPr>
          <p:cNvPr id="3" name="Content Placeholder 2">
            <a:extLst>
              <a:ext uri="{FF2B5EF4-FFF2-40B4-BE49-F238E27FC236}">
                <a16:creationId xmlns:a16="http://schemas.microsoft.com/office/drawing/2014/main" id="{E8556B50-0981-3A44-9254-96AB223A60F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Times New Roman"/>
              </a:rPr>
              <a:t>Port Address Translation, is a technique used to allow multiple devices on a private network to share a single public IP address when connecting to the internet. It's a type of Network Address Translation (NAT) where each internal device is assigned a unique port number in addition to the public IP address. This allows the router to distinguish between different devices' traffic when sending and receiving data from the internet. </a:t>
            </a:r>
          </a:p>
          <a:p>
            <a:br>
              <a:rPr lang="en-US"/>
            </a:br>
            <a:endParaRPr lang="en-US">
              <a:latin typeface="Times New Roman"/>
              <a:cs typeface="Times New Roman"/>
            </a:endParaRPr>
          </a:p>
          <a:p>
            <a:endParaRPr lang="en-US">
              <a:latin typeface="Times New Roman"/>
              <a:cs typeface="Times New Roman"/>
            </a:endParaRPr>
          </a:p>
        </p:txBody>
      </p:sp>
      <p:pic>
        <p:nvPicPr>
          <p:cNvPr id="4" name="Picture 3" descr="Difference Between NAT and PAT (with Comparison Chart ...">
            <a:extLst>
              <a:ext uri="{FF2B5EF4-FFF2-40B4-BE49-F238E27FC236}">
                <a16:creationId xmlns:a16="http://schemas.microsoft.com/office/drawing/2014/main" id="{39DB4067-0235-5766-A6A5-7067FDB45A9E}"/>
              </a:ext>
            </a:extLst>
          </p:cNvPr>
          <p:cNvPicPr>
            <a:picLocks noChangeAspect="1"/>
          </p:cNvPicPr>
          <p:nvPr/>
        </p:nvPicPr>
        <p:blipFill>
          <a:blip r:embed="rId2"/>
          <a:stretch>
            <a:fillRect/>
          </a:stretch>
        </p:blipFill>
        <p:spPr>
          <a:xfrm>
            <a:off x="8955419" y="-394019"/>
            <a:ext cx="3068307" cy="2528437"/>
          </a:xfrm>
          <a:prstGeom prst="rect">
            <a:avLst/>
          </a:prstGeom>
        </p:spPr>
      </p:pic>
    </p:spTree>
    <p:extLst>
      <p:ext uri="{BB962C8B-B14F-4D97-AF65-F5344CB8AC3E}">
        <p14:creationId xmlns:p14="http://schemas.microsoft.com/office/powerpoint/2010/main" val="29011640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DC40D-C84B-051C-367F-F1ABA1DBDB76}"/>
              </a:ext>
            </a:extLst>
          </p:cNvPr>
          <p:cNvSpPr>
            <a:spLocks noGrp="1"/>
          </p:cNvSpPr>
          <p:nvPr>
            <p:ph type="title"/>
          </p:nvPr>
        </p:nvSpPr>
        <p:spPr/>
        <p:txBody>
          <a:bodyPr/>
          <a:lstStyle/>
          <a:p>
            <a:r>
              <a:rPr lang="en-US"/>
              <a:t>How PAT works</a:t>
            </a:r>
          </a:p>
        </p:txBody>
      </p:sp>
      <p:sp>
        <p:nvSpPr>
          <p:cNvPr id="3" name="Content Placeholder 2">
            <a:extLst>
              <a:ext uri="{FF2B5EF4-FFF2-40B4-BE49-F238E27FC236}">
                <a16:creationId xmlns:a16="http://schemas.microsoft.com/office/drawing/2014/main" id="{3ECF0B6E-57CF-79C2-6757-92498EA047B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When a device on a private network initiates a connection to the internet, the router intercepts the packet, replaces the private IP address with its public IP address, and assigns a unique port number to the connection. This mapping is stored in a NAT table. When the response comes back, the router uses the NAT table to forward the traffic to the correct device on the private network. </a:t>
            </a:r>
            <a:endParaRPr lang="en-US">
              <a:latin typeface="Times New Roman"/>
              <a:cs typeface="Times New Roman"/>
            </a:endParaRPr>
          </a:p>
        </p:txBody>
      </p:sp>
    </p:spTree>
    <p:extLst>
      <p:ext uri="{BB962C8B-B14F-4D97-AF65-F5344CB8AC3E}">
        <p14:creationId xmlns:p14="http://schemas.microsoft.com/office/powerpoint/2010/main" val="6643659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7502C-C1D0-B73F-6733-9931F8F3D553}"/>
              </a:ext>
            </a:extLst>
          </p:cNvPr>
          <p:cNvSpPr>
            <a:spLocks noGrp="1"/>
          </p:cNvSpPr>
          <p:nvPr>
            <p:ph type="title"/>
          </p:nvPr>
        </p:nvSpPr>
        <p:spPr/>
        <p:txBody>
          <a:bodyPr/>
          <a:lstStyle/>
          <a:p>
            <a:r>
              <a:rPr lang="en-US"/>
              <a:t> </a:t>
            </a:r>
          </a:p>
        </p:txBody>
      </p:sp>
      <p:pic>
        <p:nvPicPr>
          <p:cNvPr id="4" name="Content Placeholder 3" descr="Port Address Translation (PAT ...">
            <a:extLst>
              <a:ext uri="{FF2B5EF4-FFF2-40B4-BE49-F238E27FC236}">
                <a16:creationId xmlns:a16="http://schemas.microsoft.com/office/drawing/2014/main" id="{70502515-1B7E-DE8C-9776-25DA0B65ADE1}"/>
              </a:ext>
            </a:extLst>
          </p:cNvPr>
          <p:cNvPicPr>
            <a:picLocks noGrp="1" noChangeAspect="1"/>
          </p:cNvPicPr>
          <p:nvPr>
            <p:ph idx="1"/>
          </p:nvPr>
        </p:nvPicPr>
        <p:blipFill>
          <a:blip r:embed="rId2"/>
          <a:stretch>
            <a:fillRect/>
          </a:stretch>
        </p:blipFill>
        <p:spPr>
          <a:xfrm>
            <a:off x="1918025" y="754608"/>
            <a:ext cx="8355580" cy="5342445"/>
          </a:xfrm>
        </p:spPr>
      </p:pic>
    </p:spTree>
    <p:extLst>
      <p:ext uri="{BB962C8B-B14F-4D97-AF65-F5344CB8AC3E}">
        <p14:creationId xmlns:p14="http://schemas.microsoft.com/office/powerpoint/2010/main" val="298895686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CFDA1-4CFC-4A80-1D49-EEE19DD782FA}"/>
              </a:ext>
            </a:extLst>
          </p:cNvPr>
          <p:cNvSpPr>
            <a:spLocks noGrp="1"/>
          </p:cNvSpPr>
          <p:nvPr>
            <p:ph type="title"/>
          </p:nvPr>
        </p:nvSpPr>
        <p:spPr/>
        <p:txBody>
          <a:bodyPr/>
          <a:lstStyle/>
          <a:p>
            <a:r>
              <a:rPr lang="en-US"/>
              <a:t>Network services</a:t>
            </a:r>
          </a:p>
        </p:txBody>
      </p:sp>
      <p:sp>
        <p:nvSpPr>
          <p:cNvPr id="3" name="Content Placeholder 2">
            <a:extLst>
              <a:ext uri="{FF2B5EF4-FFF2-40B4-BE49-F238E27FC236}">
                <a16:creationId xmlns:a16="http://schemas.microsoft.com/office/drawing/2014/main" id="{035F6F8F-FE36-3EFC-BDAE-E4D28855EF0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Applications that allow users or other applications to access resources and functionality over the network. They are hosted on servers and provide various capabilities, such as file sharing, printing, email, and web access. These services are crucial for enabling communication, data sharing, and resource management within a network. </a:t>
            </a:r>
            <a:endParaRPr lang="en-US">
              <a:latin typeface="Times New Roman"/>
              <a:cs typeface="Times New Roman"/>
            </a:endParaRPr>
          </a:p>
        </p:txBody>
      </p:sp>
      <p:pic>
        <p:nvPicPr>
          <p:cNvPr id="3076" name="Picture 4">
            <a:extLst>
              <a:ext uri="{FF2B5EF4-FFF2-40B4-BE49-F238E27FC236}">
                <a16:creationId xmlns:a16="http://schemas.microsoft.com/office/drawing/2014/main" id="{490F1849-44ED-8AE6-0B5B-754CCC7AED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75" t="33650" r="1786" b="5325"/>
          <a:stretch/>
        </p:blipFill>
        <p:spPr bwMode="auto">
          <a:xfrm>
            <a:off x="3407229" y="4053753"/>
            <a:ext cx="5214258" cy="1857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3665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D1FA1-1993-1C37-F88A-269D72C82721}"/>
              </a:ext>
            </a:extLst>
          </p:cNvPr>
          <p:cNvSpPr>
            <a:spLocks noGrp="1"/>
          </p:cNvSpPr>
          <p:nvPr>
            <p:ph type="title"/>
          </p:nvPr>
        </p:nvSpPr>
        <p:spPr/>
        <p:txBody>
          <a:bodyPr/>
          <a:lstStyle/>
          <a:p>
            <a:r>
              <a:rPr lang="en-US"/>
              <a:t>DHCP </a:t>
            </a:r>
          </a:p>
        </p:txBody>
      </p:sp>
      <p:sp>
        <p:nvSpPr>
          <p:cNvPr id="3" name="Content Placeholder 2">
            <a:extLst>
              <a:ext uri="{FF2B5EF4-FFF2-40B4-BE49-F238E27FC236}">
                <a16:creationId xmlns:a16="http://schemas.microsoft.com/office/drawing/2014/main" id="{FB430E54-B2C9-789F-6DCF-D21B6D06A054}"/>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Dynamic Host Configuration Protocol network service is a system that automatically assigns IP addresses and other network configuration parameters to devices on a network. It eliminates the need for manual configuration of each device, simplifying network management and improving scalability. </a:t>
            </a:r>
          </a:p>
          <a:p>
            <a:r>
              <a:rPr lang="en-US">
                <a:latin typeface="Times New Roman"/>
                <a:ea typeface="+mn-lt"/>
                <a:cs typeface="+mn-lt"/>
              </a:rPr>
              <a:t>67, 68</a:t>
            </a:r>
            <a:endParaRPr lang="en-US">
              <a:latin typeface="Times New Roman"/>
              <a:cs typeface="Times New Roman"/>
            </a:endParaRPr>
          </a:p>
        </p:txBody>
      </p:sp>
    </p:spTree>
    <p:extLst>
      <p:ext uri="{BB962C8B-B14F-4D97-AF65-F5344CB8AC3E}">
        <p14:creationId xmlns:p14="http://schemas.microsoft.com/office/powerpoint/2010/main" val="1525390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DE25-7C56-C179-884F-04362E38F4F5}"/>
              </a:ext>
            </a:extLst>
          </p:cNvPr>
          <p:cNvSpPr>
            <a:spLocks noGrp="1"/>
          </p:cNvSpPr>
          <p:nvPr>
            <p:ph type="title"/>
          </p:nvPr>
        </p:nvSpPr>
        <p:spPr>
          <a:xfrm>
            <a:off x="838200" y="77578"/>
            <a:ext cx="10515600" cy="1325563"/>
          </a:xfrm>
        </p:spPr>
        <p:txBody>
          <a:bodyPr/>
          <a:lstStyle/>
          <a:p>
            <a:r>
              <a:rPr lang="en-US"/>
              <a:t>How DHCP works</a:t>
            </a:r>
          </a:p>
        </p:txBody>
      </p:sp>
      <p:sp>
        <p:nvSpPr>
          <p:cNvPr id="3" name="Content Placeholder 2">
            <a:extLst>
              <a:ext uri="{FF2B5EF4-FFF2-40B4-BE49-F238E27FC236}">
                <a16:creationId xmlns:a16="http://schemas.microsoft.com/office/drawing/2014/main" id="{B6522D6F-B486-96CD-62D6-237AAF8C3275}"/>
              </a:ext>
            </a:extLst>
          </p:cNvPr>
          <p:cNvSpPr>
            <a:spLocks noGrp="1"/>
          </p:cNvSpPr>
          <p:nvPr>
            <p:ph idx="1"/>
          </p:nvPr>
        </p:nvSpPr>
        <p:spPr>
          <a:xfrm>
            <a:off x="838200" y="1408682"/>
            <a:ext cx="10515600" cy="4351338"/>
          </a:xfrm>
        </p:spPr>
        <p:txBody>
          <a:bodyPr vert="horz" lIns="91440" tIns="45720" rIns="91440" bIns="45720" rtlCol="0" anchor="t">
            <a:noAutofit/>
          </a:bodyPr>
          <a:lstStyle/>
          <a:p>
            <a:pPr marL="0" indent="0">
              <a:buNone/>
            </a:pPr>
            <a:r>
              <a:rPr lang="en-US" b="1">
                <a:latin typeface="Times New Roman"/>
                <a:ea typeface="+mn-lt"/>
                <a:cs typeface="+mn-lt"/>
              </a:rPr>
              <a:t>1. Discovery:</a:t>
            </a:r>
            <a:endParaRPr lang="en-US">
              <a:latin typeface="Times New Roman"/>
              <a:cs typeface="Times New Roman"/>
            </a:endParaRPr>
          </a:p>
          <a:p>
            <a:r>
              <a:rPr lang="en-US">
                <a:latin typeface="Times New Roman"/>
                <a:ea typeface="+mn-lt"/>
                <a:cs typeface="+mn-lt"/>
              </a:rPr>
              <a:t>When a device connects to the network, it sends out a DHCP discover message to find a DHCP server.</a:t>
            </a:r>
            <a:endParaRPr lang="en-US">
              <a:latin typeface="Times New Roman"/>
              <a:cs typeface="Times New Roman"/>
            </a:endParaRPr>
          </a:p>
          <a:p>
            <a:pPr marL="0" indent="0">
              <a:buNone/>
            </a:pPr>
            <a:r>
              <a:rPr lang="en-US" b="1">
                <a:latin typeface="Times New Roman"/>
                <a:ea typeface="+mn-lt"/>
                <a:cs typeface="+mn-lt"/>
              </a:rPr>
              <a:t>2. Offer:</a:t>
            </a:r>
            <a:endParaRPr lang="en-US">
              <a:latin typeface="Times New Roman"/>
              <a:cs typeface="Times New Roman"/>
            </a:endParaRPr>
          </a:p>
          <a:p>
            <a:r>
              <a:rPr lang="en-US">
                <a:latin typeface="Times New Roman"/>
                <a:ea typeface="+mn-lt"/>
                <a:cs typeface="+mn-lt"/>
              </a:rPr>
              <a:t>The DHCP server, upon receiving the discover message, offers an IP address and configuration parameters to the client.</a:t>
            </a:r>
            <a:endParaRPr lang="en-US">
              <a:latin typeface="Times New Roman"/>
              <a:cs typeface="Times New Roman"/>
            </a:endParaRPr>
          </a:p>
          <a:p>
            <a:pPr marL="0" indent="0">
              <a:buNone/>
            </a:pPr>
            <a:r>
              <a:rPr lang="en-US" b="1">
                <a:latin typeface="Times New Roman"/>
                <a:ea typeface="+mn-lt"/>
                <a:cs typeface="+mn-lt"/>
              </a:rPr>
              <a:t>3. Request:</a:t>
            </a:r>
            <a:endParaRPr lang="en-US">
              <a:latin typeface="Times New Roman"/>
              <a:cs typeface="Times New Roman"/>
            </a:endParaRPr>
          </a:p>
          <a:p>
            <a:r>
              <a:rPr lang="en-US">
                <a:latin typeface="Times New Roman"/>
                <a:ea typeface="+mn-lt"/>
                <a:cs typeface="+mn-lt"/>
              </a:rPr>
              <a:t>The client selects an offered IP address and sends a DHCP request to the server.</a:t>
            </a:r>
            <a:endParaRPr lang="en-US">
              <a:latin typeface="Times New Roman"/>
              <a:cs typeface="Times New Roman"/>
            </a:endParaRPr>
          </a:p>
          <a:p>
            <a:pPr marL="0" indent="0">
              <a:buNone/>
            </a:pPr>
            <a:r>
              <a:rPr lang="en-US" b="1">
                <a:latin typeface="Times New Roman"/>
                <a:ea typeface="+mn-lt"/>
                <a:cs typeface="+mn-lt"/>
              </a:rPr>
              <a:t>4. Acknowledgement:</a:t>
            </a:r>
            <a:endParaRPr lang="en-US">
              <a:latin typeface="Times New Roman"/>
              <a:cs typeface="Times New Roman"/>
            </a:endParaRPr>
          </a:p>
          <a:p>
            <a:r>
              <a:rPr lang="en-US">
                <a:latin typeface="Times New Roman"/>
                <a:ea typeface="+mn-lt"/>
                <a:cs typeface="+mn-lt"/>
              </a:rPr>
              <a:t>The server acknowledges the request and assigns the IP address and configuration to the client. </a:t>
            </a:r>
            <a:endParaRPr lang="en-US">
              <a:latin typeface="Times New Roman"/>
              <a:cs typeface="Times New Roman"/>
            </a:endParaRPr>
          </a:p>
          <a:p>
            <a:pPr marL="0" indent="0">
              <a:buNone/>
            </a:pPr>
            <a:endParaRPr lang="en-US">
              <a:latin typeface="Times New Roman"/>
              <a:cs typeface="Times New Roman"/>
            </a:endParaRPr>
          </a:p>
        </p:txBody>
      </p:sp>
    </p:spTree>
    <p:extLst>
      <p:ext uri="{BB962C8B-B14F-4D97-AF65-F5344CB8AC3E}">
        <p14:creationId xmlns:p14="http://schemas.microsoft.com/office/powerpoint/2010/main" val="2719117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37E6-6D3A-F993-26AD-911478B9CEC6}"/>
              </a:ext>
            </a:extLst>
          </p:cNvPr>
          <p:cNvSpPr>
            <a:spLocks noGrp="1"/>
          </p:cNvSpPr>
          <p:nvPr>
            <p:ph type="title"/>
          </p:nvPr>
        </p:nvSpPr>
        <p:spPr/>
        <p:txBody>
          <a:bodyPr/>
          <a:lstStyle/>
          <a:p>
            <a:r>
              <a:rPr lang="en-US"/>
              <a:t>DNS</a:t>
            </a:r>
          </a:p>
        </p:txBody>
      </p:sp>
      <p:sp>
        <p:nvSpPr>
          <p:cNvPr id="3" name="Content Placeholder 2">
            <a:extLst>
              <a:ext uri="{FF2B5EF4-FFF2-40B4-BE49-F238E27FC236}">
                <a16:creationId xmlns:a16="http://schemas.microsoft.com/office/drawing/2014/main" id="{63B23D04-B497-8A9C-1524-39C2BF71248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 Domain Name System is a fundamental network service that translates human-readable domain names (like www.google.com) into machine-readable IP addresses (like 172.217.160.142). This translation allows browsers and other applications to locate and connect to websites and other online resources. Essentially, DNS acts as the internet's phonebook, enabling users to access websites using easy-to-remember names instead of complex IP addresses. </a:t>
            </a:r>
            <a:endParaRPr lang="en-US">
              <a:latin typeface="Times New Roman"/>
              <a:cs typeface="Times New Roman"/>
            </a:endParaRPr>
          </a:p>
        </p:txBody>
      </p:sp>
    </p:spTree>
    <p:extLst>
      <p:ext uri="{BB962C8B-B14F-4D97-AF65-F5344CB8AC3E}">
        <p14:creationId xmlns:p14="http://schemas.microsoft.com/office/powerpoint/2010/main" val="25564232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EE7E1-EC37-595F-FEE6-4B838CF89EC4}"/>
              </a:ext>
            </a:extLst>
          </p:cNvPr>
          <p:cNvSpPr>
            <a:spLocks noGrp="1"/>
          </p:cNvSpPr>
          <p:nvPr>
            <p:ph type="title"/>
          </p:nvPr>
        </p:nvSpPr>
        <p:spPr>
          <a:xfrm>
            <a:off x="1069848" y="113401"/>
            <a:ext cx="10058400" cy="1609344"/>
          </a:xfrm>
        </p:spPr>
        <p:txBody>
          <a:bodyPr/>
          <a:lstStyle/>
          <a:p>
            <a:r>
              <a:rPr lang="en-US"/>
              <a:t>How DNS works</a:t>
            </a:r>
          </a:p>
        </p:txBody>
      </p:sp>
      <p:sp>
        <p:nvSpPr>
          <p:cNvPr id="3" name="Content Placeholder 2">
            <a:extLst>
              <a:ext uri="{FF2B5EF4-FFF2-40B4-BE49-F238E27FC236}">
                <a16:creationId xmlns:a16="http://schemas.microsoft.com/office/drawing/2014/main" id="{4DCEA2E9-095D-1934-3179-FB0A4FD26426}"/>
              </a:ext>
            </a:extLst>
          </p:cNvPr>
          <p:cNvSpPr>
            <a:spLocks noGrp="1"/>
          </p:cNvSpPr>
          <p:nvPr>
            <p:ph idx="1"/>
          </p:nvPr>
        </p:nvSpPr>
        <p:spPr>
          <a:xfrm>
            <a:off x="1069848" y="1398485"/>
            <a:ext cx="10058400" cy="4050792"/>
          </a:xfrm>
        </p:spPr>
        <p:txBody>
          <a:bodyPr vert="horz" lIns="91440" tIns="45720" rIns="91440" bIns="45720" rtlCol="0" anchor="t">
            <a:noAutofit/>
          </a:bodyPr>
          <a:lstStyle/>
          <a:p>
            <a:r>
              <a:rPr lang="en-US" b="1">
                <a:latin typeface="Times New Roman"/>
                <a:ea typeface="+mn-lt"/>
                <a:cs typeface="+mn-lt"/>
              </a:rPr>
              <a:t>User Request:</a:t>
            </a:r>
            <a:r>
              <a:rPr lang="en-US">
                <a:latin typeface="Times New Roman"/>
                <a:ea typeface="+mn-lt"/>
                <a:cs typeface="+mn-lt"/>
              </a:rPr>
              <a:t> When a user enters a website address (domain name) into a browser, the request is sent to a DNS resolver. </a:t>
            </a:r>
            <a:endParaRPr lang="en-US">
              <a:latin typeface="Times New Roman"/>
              <a:cs typeface="Times New Roman"/>
            </a:endParaRPr>
          </a:p>
          <a:p>
            <a:r>
              <a:rPr lang="en-US" b="1">
                <a:latin typeface="Times New Roman"/>
                <a:ea typeface="+mn-lt"/>
                <a:cs typeface="+mn-lt"/>
              </a:rPr>
              <a:t>DNS Resolver Query:</a:t>
            </a:r>
            <a:r>
              <a:rPr lang="en-US">
                <a:latin typeface="Times New Roman"/>
                <a:ea typeface="+mn-lt"/>
                <a:cs typeface="+mn-lt"/>
              </a:rPr>
              <a:t> The DNS resolver (also called a DNS </a:t>
            </a:r>
            <a:r>
              <a:rPr lang="en-US" err="1">
                <a:latin typeface="Times New Roman"/>
                <a:ea typeface="+mn-lt"/>
                <a:cs typeface="+mn-lt"/>
              </a:rPr>
              <a:t>recursor</a:t>
            </a:r>
            <a:r>
              <a:rPr lang="en-US">
                <a:latin typeface="Times New Roman"/>
                <a:ea typeface="+mn-lt"/>
                <a:cs typeface="+mn-lt"/>
              </a:rPr>
              <a:t>) is typically provided by your internet service provider (ISP) or a public DNS service like Cloudflare. It then queries other DNS servers to find the corresponding IP address. </a:t>
            </a:r>
            <a:endParaRPr lang="en-US">
              <a:latin typeface="Times New Roman"/>
              <a:cs typeface="Times New Roman"/>
            </a:endParaRPr>
          </a:p>
          <a:p>
            <a:r>
              <a:rPr lang="en-US" b="1">
                <a:latin typeface="Times New Roman"/>
                <a:ea typeface="+mn-lt"/>
                <a:cs typeface="+mn-lt"/>
              </a:rPr>
              <a:t>Recursive Query:</a:t>
            </a:r>
            <a:r>
              <a:rPr lang="en-US">
                <a:latin typeface="Times New Roman"/>
                <a:ea typeface="+mn-lt"/>
                <a:cs typeface="+mn-lt"/>
              </a:rPr>
              <a:t> The DNS resolver starts with the root servers and iteratively queries other DNS servers (TLD servers, authoritative servers) until it finds the correct IP address. </a:t>
            </a:r>
            <a:endParaRPr lang="en-US">
              <a:latin typeface="Times New Roman"/>
              <a:cs typeface="Times New Roman"/>
            </a:endParaRPr>
          </a:p>
          <a:p>
            <a:r>
              <a:rPr lang="en-US" b="1">
                <a:latin typeface="Times New Roman"/>
                <a:ea typeface="+mn-lt"/>
                <a:cs typeface="+mn-lt"/>
              </a:rPr>
              <a:t>Authoritative Server:</a:t>
            </a:r>
            <a:r>
              <a:rPr lang="en-US">
                <a:latin typeface="Times New Roman"/>
                <a:ea typeface="+mn-lt"/>
                <a:cs typeface="+mn-lt"/>
              </a:rPr>
              <a:t> The authoritative server holds the definitive record for the domain name, providing the correct IP address. </a:t>
            </a:r>
            <a:endParaRPr lang="en-US">
              <a:latin typeface="Times New Roman"/>
              <a:cs typeface="Times New Roman"/>
            </a:endParaRPr>
          </a:p>
          <a:p>
            <a:pPr marL="0" indent="0">
              <a:buNone/>
            </a:pPr>
            <a:endParaRPr lang="en-US">
              <a:latin typeface="Times New Roman"/>
              <a:cs typeface="Times New Roman"/>
            </a:endParaRPr>
          </a:p>
        </p:txBody>
      </p:sp>
    </p:spTree>
    <p:extLst>
      <p:ext uri="{BB962C8B-B14F-4D97-AF65-F5344CB8AC3E}">
        <p14:creationId xmlns:p14="http://schemas.microsoft.com/office/powerpoint/2010/main" val="13643781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773A-A4CE-C2C5-3A01-F889E3DBEBAE}"/>
              </a:ext>
            </a:extLst>
          </p:cNvPr>
          <p:cNvSpPr>
            <a:spLocks noGrp="1"/>
          </p:cNvSpPr>
          <p:nvPr>
            <p:ph type="title"/>
          </p:nvPr>
        </p:nvSpPr>
        <p:spPr/>
        <p:txBody>
          <a:bodyPr/>
          <a:lstStyle/>
          <a:p>
            <a:r>
              <a:rPr lang="en-US"/>
              <a:t>How DNS works...</a:t>
            </a:r>
          </a:p>
        </p:txBody>
      </p:sp>
      <p:sp>
        <p:nvSpPr>
          <p:cNvPr id="3" name="Content Placeholder 2">
            <a:extLst>
              <a:ext uri="{FF2B5EF4-FFF2-40B4-BE49-F238E27FC236}">
                <a16:creationId xmlns:a16="http://schemas.microsoft.com/office/drawing/2014/main" id="{562D91FD-BE73-7DAE-3DB2-970C870FA8D2}"/>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Response to Resolver:</a:t>
            </a:r>
            <a:r>
              <a:rPr lang="en-US">
                <a:latin typeface="Times New Roman"/>
                <a:ea typeface="+mn-lt"/>
                <a:cs typeface="+mn-lt"/>
              </a:rPr>
              <a:t> The authoritative server sends the IP address back to the DNS resolver. </a:t>
            </a:r>
            <a:endParaRPr lang="en-US">
              <a:latin typeface="Times New Roman"/>
              <a:cs typeface="Times New Roman"/>
            </a:endParaRPr>
          </a:p>
          <a:p>
            <a:r>
              <a:rPr lang="en-US" b="1">
                <a:latin typeface="Times New Roman"/>
                <a:ea typeface="+mn-lt"/>
                <a:cs typeface="+mn-lt"/>
              </a:rPr>
              <a:t>Response to Browser:</a:t>
            </a:r>
            <a:r>
              <a:rPr lang="en-US">
                <a:latin typeface="Times New Roman"/>
                <a:ea typeface="+mn-lt"/>
                <a:cs typeface="+mn-lt"/>
              </a:rPr>
              <a:t> The resolver then forwards the IP address to the user's browser. </a:t>
            </a:r>
            <a:endParaRPr lang="en-US">
              <a:latin typeface="Times New Roman"/>
              <a:cs typeface="Times New Roman"/>
            </a:endParaRPr>
          </a:p>
          <a:p>
            <a:r>
              <a:rPr lang="en-US" b="1">
                <a:latin typeface="Times New Roman"/>
                <a:ea typeface="+mn-lt"/>
                <a:cs typeface="+mn-lt"/>
              </a:rPr>
              <a:t>Connection:</a:t>
            </a:r>
            <a:r>
              <a:rPr lang="en-US">
                <a:latin typeface="Times New Roman"/>
                <a:ea typeface="+mn-lt"/>
                <a:cs typeface="+mn-lt"/>
              </a:rPr>
              <a:t> The browser uses the IP address to connect to the website's server and retrieve the requested content. </a:t>
            </a:r>
            <a:endParaRPr lang="en-US">
              <a:latin typeface="Times New Roman"/>
              <a:cs typeface="Times New Roman"/>
            </a:endParaRPr>
          </a:p>
          <a:p>
            <a:r>
              <a:rPr lang="en-US">
                <a:latin typeface="Times New Roman"/>
                <a:cs typeface="Times New Roman"/>
              </a:rPr>
              <a:t>53</a:t>
            </a:r>
          </a:p>
        </p:txBody>
      </p:sp>
    </p:spTree>
    <p:extLst>
      <p:ext uri="{BB962C8B-B14F-4D97-AF65-F5344CB8AC3E}">
        <p14:creationId xmlns:p14="http://schemas.microsoft.com/office/powerpoint/2010/main" val="409116430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CD8DE-B11C-CCFA-5E3B-79C4428C8F7C}"/>
              </a:ext>
            </a:extLst>
          </p:cNvPr>
          <p:cNvSpPr>
            <a:spLocks noGrp="1"/>
          </p:cNvSpPr>
          <p:nvPr>
            <p:ph type="title"/>
          </p:nvPr>
        </p:nvSpPr>
        <p:spPr/>
        <p:txBody>
          <a:bodyPr/>
          <a:lstStyle/>
          <a:p>
            <a:r>
              <a:rPr lang="en-US" err="1"/>
              <a:t>TFTP</a:t>
            </a:r>
            <a:r>
              <a:rPr lang="en-US"/>
              <a:t> service</a:t>
            </a:r>
          </a:p>
        </p:txBody>
      </p:sp>
      <p:sp>
        <p:nvSpPr>
          <p:cNvPr id="3" name="Content Placeholder 2">
            <a:extLst>
              <a:ext uri="{FF2B5EF4-FFF2-40B4-BE49-F238E27FC236}">
                <a16:creationId xmlns:a16="http://schemas.microsoft.com/office/drawing/2014/main" id="{B7D54A5C-0C3F-04F9-2879-199A8692D3D3}"/>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TFTP (Trivial File Transfer Protocol) is a simple network protocol for transferring files, particularly in situations where a full-fledged FTP (File Transfer Protocol) is unnecessary or impractical due to its complexity and resource requirements. It's often used for tasks like network booting, firmware updates, and transferring configuration files, especially in environments with limited resources or where security is not a primary concern</a:t>
            </a:r>
          </a:p>
          <a:p>
            <a:r>
              <a:rPr lang="en-US">
                <a:latin typeface="Times New Roman"/>
                <a:cs typeface="Times New Roman"/>
              </a:rPr>
              <a:t>TFTP uses UDP 69</a:t>
            </a:r>
          </a:p>
        </p:txBody>
      </p:sp>
    </p:spTree>
    <p:extLst>
      <p:ext uri="{BB962C8B-B14F-4D97-AF65-F5344CB8AC3E}">
        <p14:creationId xmlns:p14="http://schemas.microsoft.com/office/powerpoint/2010/main" val="28616736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20E5F-FEF1-F218-B9E5-230BAB2FF8E3}"/>
              </a:ext>
            </a:extLst>
          </p:cNvPr>
          <p:cNvSpPr>
            <a:spLocks noGrp="1"/>
          </p:cNvSpPr>
          <p:nvPr>
            <p:ph type="title"/>
          </p:nvPr>
        </p:nvSpPr>
        <p:spPr/>
        <p:txBody>
          <a:bodyPr/>
          <a:lstStyle/>
          <a:p>
            <a:r>
              <a:rPr lang="en-US"/>
              <a:t>SSH</a:t>
            </a:r>
          </a:p>
        </p:txBody>
      </p:sp>
      <p:sp>
        <p:nvSpPr>
          <p:cNvPr id="3" name="Content Placeholder 2">
            <a:extLst>
              <a:ext uri="{FF2B5EF4-FFF2-40B4-BE49-F238E27FC236}">
                <a16:creationId xmlns:a16="http://schemas.microsoft.com/office/drawing/2014/main" id="{77A830FA-D6EC-7BC2-1F8B-959CBE92E6FD}"/>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Secure Shell is a network protocol that provides a secure, encrypted connection between two computers, typically for remote access and management. It's widely used for tasks like remotely managing servers, transferring files, and accessing services in the cloud. SSH replaces older, insecure protocols like Telnet and FTP, offering strong authentication and encryption to protect data transmitted over networks, especially public ones. </a:t>
            </a:r>
          </a:p>
          <a:p>
            <a:r>
              <a:rPr lang="en-US">
                <a:latin typeface="Times New Roman"/>
                <a:cs typeface="Times New Roman"/>
              </a:rPr>
              <a:t>22</a:t>
            </a:r>
          </a:p>
        </p:txBody>
      </p:sp>
    </p:spTree>
    <p:extLst>
      <p:ext uri="{BB962C8B-B14F-4D97-AF65-F5344CB8AC3E}">
        <p14:creationId xmlns:p14="http://schemas.microsoft.com/office/powerpoint/2010/main" val="36304483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56611-9842-3035-D38A-FE3F9EC83403}"/>
              </a:ext>
            </a:extLst>
          </p:cNvPr>
          <p:cNvSpPr>
            <a:spLocks noGrp="1"/>
          </p:cNvSpPr>
          <p:nvPr>
            <p:ph type="title"/>
          </p:nvPr>
        </p:nvSpPr>
        <p:spPr/>
        <p:txBody>
          <a:bodyPr/>
          <a:lstStyle/>
          <a:p>
            <a:r>
              <a:rPr lang="en-US"/>
              <a:t>HTTP</a:t>
            </a:r>
          </a:p>
        </p:txBody>
      </p:sp>
      <p:sp>
        <p:nvSpPr>
          <p:cNvPr id="3" name="Content Placeholder 2">
            <a:extLst>
              <a:ext uri="{FF2B5EF4-FFF2-40B4-BE49-F238E27FC236}">
                <a16:creationId xmlns:a16="http://schemas.microsoft.com/office/drawing/2014/main" id="{4C2039F3-AAF6-CD03-9C10-5C57C08F5E91}"/>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Hypertext Transfer Protocol, is a fundamental application layer protocol that enables communication between web browsers (clients) and web servers. It acts as a set of rules that govern how web browsers request information (like a webpage) from a server and how the server responds with the requested data or an error message. Essentially, it's the language that allows the internet to function by facilitating the exchange of information between users and websites. </a:t>
            </a:r>
          </a:p>
          <a:p>
            <a:r>
              <a:rPr lang="en-US">
                <a:latin typeface="Times New Roman"/>
                <a:cs typeface="Times New Roman"/>
              </a:rPr>
              <a:t>Port 80</a:t>
            </a:r>
          </a:p>
        </p:txBody>
      </p:sp>
    </p:spTree>
    <p:extLst>
      <p:ext uri="{BB962C8B-B14F-4D97-AF65-F5344CB8AC3E}">
        <p14:creationId xmlns:p14="http://schemas.microsoft.com/office/powerpoint/2010/main" val="130108939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30A3-83F1-C285-B174-C1B83A858257}"/>
              </a:ext>
            </a:extLst>
          </p:cNvPr>
          <p:cNvSpPr>
            <a:spLocks noGrp="1"/>
          </p:cNvSpPr>
          <p:nvPr>
            <p:ph type="title"/>
          </p:nvPr>
        </p:nvSpPr>
        <p:spPr/>
        <p:txBody>
          <a:bodyPr/>
          <a:lstStyle/>
          <a:p>
            <a:r>
              <a:rPr lang="en-US"/>
              <a:t>Telnet</a:t>
            </a:r>
          </a:p>
        </p:txBody>
      </p:sp>
      <p:sp>
        <p:nvSpPr>
          <p:cNvPr id="3" name="Content Placeholder 2">
            <a:extLst>
              <a:ext uri="{FF2B5EF4-FFF2-40B4-BE49-F238E27FC236}">
                <a16:creationId xmlns:a16="http://schemas.microsoft.com/office/drawing/2014/main" id="{089FC15C-4464-3D21-4D6E-897360D645E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Telnet is a network protocol that enables a user to remotely access and control a computer or network device via a command-line interface. It's a client-server application where the client initiates a connection to a server, allowing the user to interact with the remote system as if they were physically present. Telnet primarily uses TCP/IP and the standard port 23 for communication</a:t>
            </a:r>
            <a:endParaRPr lang="en-US">
              <a:latin typeface="Times New Roman"/>
              <a:cs typeface="Times New Roman"/>
            </a:endParaRPr>
          </a:p>
        </p:txBody>
      </p:sp>
    </p:spTree>
    <p:extLst>
      <p:ext uri="{BB962C8B-B14F-4D97-AF65-F5344CB8AC3E}">
        <p14:creationId xmlns:p14="http://schemas.microsoft.com/office/powerpoint/2010/main" val="34657062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E902B-A0E3-12DA-4E10-E0E797ACBE5C}"/>
              </a:ext>
            </a:extLst>
          </p:cNvPr>
          <p:cNvSpPr>
            <a:spLocks noGrp="1"/>
          </p:cNvSpPr>
          <p:nvPr>
            <p:ph type="title"/>
          </p:nvPr>
        </p:nvSpPr>
        <p:spPr/>
        <p:txBody>
          <a:bodyPr/>
          <a:lstStyle/>
          <a:p>
            <a:r>
              <a:rPr lang="en-US"/>
              <a:t>SNMP</a:t>
            </a:r>
          </a:p>
        </p:txBody>
      </p:sp>
      <p:sp>
        <p:nvSpPr>
          <p:cNvPr id="3" name="Content Placeholder 2">
            <a:extLst>
              <a:ext uri="{FF2B5EF4-FFF2-40B4-BE49-F238E27FC236}">
                <a16:creationId xmlns:a16="http://schemas.microsoft.com/office/drawing/2014/main" id="{14ED21DE-CD92-F47B-BB10-88B6E3E82439}"/>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Simple Network Management Protocol service, is a network protocol used for managing and monitoring network devices. It allows administrators to collect information, configure devices, and respond to network events remotely. The service is implemented on devices like routers, switches, servers, and other network-connected equipment. </a:t>
            </a:r>
          </a:p>
          <a:p>
            <a:r>
              <a:rPr lang="en-US">
                <a:latin typeface="Times New Roman"/>
                <a:ea typeface="+mn-lt"/>
                <a:cs typeface="+mn-lt"/>
              </a:rPr>
              <a:t>161, 162</a:t>
            </a:r>
          </a:p>
        </p:txBody>
      </p:sp>
    </p:spTree>
    <p:extLst>
      <p:ext uri="{BB962C8B-B14F-4D97-AF65-F5344CB8AC3E}">
        <p14:creationId xmlns:p14="http://schemas.microsoft.com/office/powerpoint/2010/main" val="35661713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E147-D96B-79F7-34AA-EB20D07C3E9F}"/>
              </a:ext>
            </a:extLst>
          </p:cNvPr>
          <p:cNvSpPr>
            <a:spLocks noGrp="1"/>
          </p:cNvSpPr>
          <p:nvPr>
            <p:ph type="title"/>
          </p:nvPr>
        </p:nvSpPr>
        <p:spPr/>
        <p:txBody>
          <a:bodyPr/>
          <a:lstStyle/>
          <a:p>
            <a:r>
              <a:rPr lang="en-US"/>
              <a:t>TACACS+</a:t>
            </a:r>
          </a:p>
        </p:txBody>
      </p:sp>
      <p:sp>
        <p:nvSpPr>
          <p:cNvPr id="3" name="Content Placeholder 2">
            <a:extLst>
              <a:ext uri="{FF2B5EF4-FFF2-40B4-BE49-F238E27FC236}">
                <a16:creationId xmlns:a16="http://schemas.microsoft.com/office/drawing/2014/main" id="{FDC6BF8B-E98A-2C65-F6B6-E81ECF1AC96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Terminal Access Controller Access Control System Plus is a security protocol used for AAA (Authentication, Authorization, and Accounting) in network devices. It provides centralized management of user access to network resources. TACACS+ encrypts all AAA packets and allows for fine-grained control over user commands, making it a more secure and flexible option than its predecessor, TACACS. </a:t>
            </a:r>
          </a:p>
          <a:p>
            <a:r>
              <a:rPr lang="en-US">
                <a:latin typeface="Times New Roman"/>
                <a:cs typeface="Times New Roman"/>
              </a:rPr>
              <a:t>TCP 49</a:t>
            </a:r>
          </a:p>
        </p:txBody>
      </p:sp>
    </p:spTree>
    <p:extLst>
      <p:ext uri="{BB962C8B-B14F-4D97-AF65-F5344CB8AC3E}">
        <p14:creationId xmlns:p14="http://schemas.microsoft.com/office/powerpoint/2010/main" val="24786762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0A47A-93FD-D7F1-B7F8-EB991A167376}"/>
              </a:ext>
            </a:extLst>
          </p:cNvPr>
          <p:cNvSpPr>
            <a:spLocks noGrp="1"/>
          </p:cNvSpPr>
          <p:nvPr>
            <p:ph type="title"/>
          </p:nvPr>
        </p:nvSpPr>
        <p:spPr/>
        <p:txBody>
          <a:bodyPr/>
          <a:lstStyle/>
          <a:p>
            <a:r>
              <a:rPr lang="en-US"/>
              <a:t>RADIUS</a:t>
            </a:r>
          </a:p>
        </p:txBody>
      </p:sp>
      <p:sp>
        <p:nvSpPr>
          <p:cNvPr id="3" name="Content Placeholder 2">
            <a:extLst>
              <a:ext uri="{FF2B5EF4-FFF2-40B4-BE49-F238E27FC236}">
                <a16:creationId xmlns:a16="http://schemas.microsoft.com/office/drawing/2014/main" id="{35935D0C-87E5-0D29-C234-2F63170BB20A}"/>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RADIUS in networking stands for Remote Authentication Dial-In User Service. It's a protocol that provides a centralized authentication, authorization, and accounting (AAA) framework for users accessing network resources. Essentially, it helps manage who can access your network and what they can do once they're connected. </a:t>
            </a:r>
          </a:p>
          <a:p>
            <a:r>
              <a:rPr lang="en-US">
                <a:latin typeface="Times New Roman"/>
                <a:ea typeface="+mn-lt"/>
                <a:cs typeface="+mn-lt"/>
              </a:rPr>
              <a:t>Radius combines AAA</a:t>
            </a:r>
          </a:p>
          <a:p>
            <a:r>
              <a:rPr lang="en-US">
                <a:latin typeface="Times New Roman"/>
                <a:ea typeface="+mn-lt"/>
                <a:cs typeface="+mn-lt"/>
              </a:rPr>
              <a:t>1813</a:t>
            </a:r>
          </a:p>
        </p:txBody>
      </p:sp>
    </p:spTree>
    <p:extLst>
      <p:ext uri="{BB962C8B-B14F-4D97-AF65-F5344CB8AC3E}">
        <p14:creationId xmlns:p14="http://schemas.microsoft.com/office/powerpoint/2010/main" val="345993221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35C14-E324-8C1F-B2E6-9D0AF0762A54}"/>
              </a:ext>
            </a:extLst>
          </p:cNvPr>
          <p:cNvSpPr>
            <a:spLocks noGrp="1"/>
          </p:cNvSpPr>
          <p:nvPr>
            <p:ph type="title"/>
          </p:nvPr>
        </p:nvSpPr>
        <p:spPr/>
        <p:txBody>
          <a:bodyPr/>
          <a:lstStyle/>
          <a:p>
            <a:r>
              <a:rPr lang="en-US"/>
              <a:t>Syslog </a:t>
            </a:r>
          </a:p>
        </p:txBody>
      </p:sp>
      <p:sp>
        <p:nvSpPr>
          <p:cNvPr id="3" name="Content Placeholder 2">
            <a:extLst>
              <a:ext uri="{FF2B5EF4-FFF2-40B4-BE49-F238E27FC236}">
                <a16:creationId xmlns:a16="http://schemas.microsoft.com/office/drawing/2014/main" id="{8717B859-89EC-FD03-7179-EC8594D06472}"/>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Syslog is a standard protocol used for computer logging, particularly in Unix-like systems, and is crucial for monitoring and managing system events. It allows devices and applications to send log messages to a central server, enabling administrators to track system behavior, diagnose issues, and ensure security. </a:t>
            </a:r>
          </a:p>
          <a:p>
            <a:r>
              <a:rPr lang="en-US">
                <a:latin typeface="Times New Roman"/>
                <a:cs typeface="Times New Roman"/>
              </a:rPr>
              <a:t>514</a:t>
            </a:r>
          </a:p>
        </p:txBody>
      </p:sp>
    </p:spTree>
    <p:extLst>
      <p:ext uri="{BB962C8B-B14F-4D97-AF65-F5344CB8AC3E}">
        <p14:creationId xmlns:p14="http://schemas.microsoft.com/office/powerpoint/2010/main" val="14884155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2D81B-3D01-466C-1700-BDAB9578C1FA}"/>
              </a:ext>
            </a:extLst>
          </p:cNvPr>
          <p:cNvSpPr>
            <a:spLocks noGrp="1"/>
          </p:cNvSpPr>
          <p:nvPr>
            <p:ph type="title"/>
          </p:nvPr>
        </p:nvSpPr>
        <p:spPr/>
        <p:txBody>
          <a:bodyPr/>
          <a:lstStyle/>
          <a:p>
            <a:r>
              <a:rPr lang="en-US"/>
              <a:t>SNMP</a:t>
            </a:r>
          </a:p>
        </p:txBody>
      </p:sp>
      <p:sp>
        <p:nvSpPr>
          <p:cNvPr id="3" name="Content Placeholder 2">
            <a:extLst>
              <a:ext uri="{FF2B5EF4-FFF2-40B4-BE49-F238E27FC236}">
                <a16:creationId xmlns:a16="http://schemas.microsoft.com/office/drawing/2014/main" id="{A15C1677-0D92-6DD1-3254-78DEAA24489A}"/>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Simple Network Management Protocol, is a widely used internet standard protocol for monitoring and managing network devices. It allows network administrators to collect information from and configure devices like routers, switches, servers, and printers. SNMP uses a manager-agent model where a central manager (NMS) communicates with agents on managed devices to gather data or make changes. </a:t>
            </a:r>
            <a:endParaRPr lang="en-US">
              <a:latin typeface="Times New Roman"/>
              <a:cs typeface="Times New Roman"/>
            </a:endParaRPr>
          </a:p>
          <a:p>
            <a:r>
              <a:rPr lang="en-US">
                <a:latin typeface="Times New Roman"/>
                <a:cs typeface="Times New Roman"/>
              </a:rPr>
              <a:t>162</a:t>
            </a:r>
          </a:p>
          <a:p>
            <a:endParaRPr lang="en-US">
              <a:latin typeface="Times New Roman"/>
              <a:cs typeface="Times New Roman"/>
            </a:endParaRPr>
          </a:p>
        </p:txBody>
      </p:sp>
    </p:spTree>
    <p:extLst>
      <p:ext uri="{BB962C8B-B14F-4D97-AF65-F5344CB8AC3E}">
        <p14:creationId xmlns:p14="http://schemas.microsoft.com/office/powerpoint/2010/main" val="3609238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6E3B-3113-E1EC-173F-46B0A765BA95}"/>
              </a:ext>
            </a:extLst>
          </p:cNvPr>
          <p:cNvSpPr>
            <a:spLocks noGrp="1"/>
          </p:cNvSpPr>
          <p:nvPr>
            <p:ph type="title"/>
          </p:nvPr>
        </p:nvSpPr>
        <p:spPr/>
        <p:txBody>
          <a:bodyPr/>
          <a:lstStyle/>
          <a:p>
            <a:r>
              <a:rPr lang="en-US"/>
              <a:t>NTP</a:t>
            </a:r>
          </a:p>
        </p:txBody>
      </p:sp>
      <p:sp>
        <p:nvSpPr>
          <p:cNvPr id="3" name="Content Placeholder 2">
            <a:extLst>
              <a:ext uri="{FF2B5EF4-FFF2-40B4-BE49-F238E27FC236}">
                <a16:creationId xmlns:a16="http://schemas.microsoft.com/office/drawing/2014/main" id="{C09B499D-2615-109A-9447-66635E84F04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Network Time Protocol service is a protocol that synchronizes the clocks of computer systems over a network. It's crucial for maintaining accurate and consistent time across devices, which is important for various applications and services. NTP clients, typically on individual computers, communicate with NTP servers to synchronize their clocks. </a:t>
            </a:r>
          </a:p>
          <a:p>
            <a:r>
              <a:rPr lang="en-US">
                <a:latin typeface="Times New Roman"/>
                <a:cs typeface="Times New Roman"/>
              </a:rPr>
              <a:t>UDP 123</a:t>
            </a:r>
          </a:p>
        </p:txBody>
      </p:sp>
    </p:spTree>
    <p:extLst>
      <p:ext uri="{BB962C8B-B14F-4D97-AF65-F5344CB8AC3E}">
        <p14:creationId xmlns:p14="http://schemas.microsoft.com/office/powerpoint/2010/main" val="24730324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B45B-44FF-6E12-CA65-FCF2ED77459B}"/>
              </a:ext>
            </a:extLst>
          </p:cNvPr>
          <p:cNvSpPr>
            <a:spLocks noGrp="1"/>
          </p:cNvSpPr>
          <p:nvPr>
            <p:ph type="title"/>
          </p:nvPr>
        </p:nvSpPr>
        <p:spPr/>
        <p:txBody>
          <a:bodyPr/>
          <a:lstStyle/>
          <a:p>
            <a:r>
              <a:rPr lang="en-US"/>
              <a:t>RF basics</a:t>
            </a:r>
          </a:p>
        </p:txBody>
      </p:sp>
      <p:sp>
        <p:nvSpPr>
          <p:cNvPr id="3" name="Content Placeholder 2">
            <a:extLst>
              <a:ext uri="{FF2B5EF4-FFF2-40B4-BE49-F238E27FC236}">
                <a16:creationId xmlns:a16="http://schemas.microsoft.com/office/drawing/2014/main" id="{ED74F947-95EF-00A2-275F-835246E97EB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7281022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1028D-0ECF-D095-2896-73672D7F279C}"/>
              </a:ext>
            </a:extLst>
          </p:cNvPr>
          <p:cNvSpPr>
            <a:spLocks noGrp="1"/>
          </p:cNvSpPr>
          <p:nvPr>
            <p:ph type="title"/>
          </p:nvPr>
        </p:nvSpPr>
        <p:spPr/>
        <p:txBody>
          <a:bodyPr/>
          <a:lstStyle/>
          <a:p>
            <a:r>
              <a:rPr lang="en-US"/>
              <a:t>RF</a:t>
            </a:r>
          </a:p>
        </p:txBody>
      </p:sp>
      <p:sp>
        <p:nvSpPr>
          <p:cNvPr id="3" name="Content Placeholder 2">
            <a:extLst>
              <a:ext uri="{FF2B5EF4-FFF2-40B4-BE49-F238E27FC236}">
                <a16:creationId xmlns:a16="http://schemas.microsoft.com/office/drawing/2014/main" id="{9F546385-96D9-5A95-4212-ABB3CB2F086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Radio Frequency is a range of electromagnetic wave frequencies used in wireless communication. Specifically, RF refers to the oscillation rate of electromagnetic radiation, spanning from approximately 3 kHz to 300 GHz. These frequencies are used to transmit and receive signals for various applications, including radio, television, and wireless internet. </a:t>
            </a:r>
            <a:endParaRPr lang="en-US">
              <a:latin typeface="Times New Roman"/>
              <a:cs typeface="Times New Roman"/>
            </a:endParaRPr>
          </a:p>
        </p:txBody>
      </p:sp>
    </p:spTree>
    <p:extLst>
      <p:ext uri="{BB962C8B-B14F-4D97-AF65-F5344CB8AC3E}">
        <p14:creationId xmlns:p14="http://schemas.microsoft.com/office/powerpoint/2010/main" val="42222482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DB460-5D3B-7AA1-45B3-6C7D0E96E6BC}"/>
              </a:ext>
            </a:extLst>
          </p:cNvPr>
          <p:cNvSpPr>
            <a:spLocks noGrp="1"/>
          </p:cNvSpPr>
          <p:nvPr>
            <p:ph type="title"/>
          </p:nvPr>
        </p:nvSpPr>
        <p:spPr/>
        <p:txBody>
          <a:bodyPr/>
          <a:lstStyle/>
          <a:p>
            <a:r>
              <a:rPr lang="en-US"/>
              <a:t>802.11 standard</a:t>
            </a:r>
          </a:p>
        </p:txBody>
      </p:sp>
      <p:sp>
        <p:nvSpPr>
          <p:cNvPr id="3" name="Content Placeholder 2">
            <a:extLst>
              <a:ext uri="{FF2B5EF4-FFF2-40B4-BE49-F238E27FC236}">
                <a16:creationId xmlns:a16="http://schemas.microsoft.com/office/drawing/2014/main" id="{5FAE9C1B-A1C4-7BB6-2128-10CD5583AA6B}"/>
              </a:ext>
            </a:extLst>
          </p:cNvPr>
          <p:cNvSpPr>
            <a:spLocks noGrp="1"/>
          </p:cNvSpPr>
          <p:nvPr>
            <p:ph idx="1"/>
          </p:nvPr>
        </p:nvSpPr>
        <p:spPr/>
        <p:txBody>
          <a:bodyPr vert="horz" lIns="91440" tIns="45720" rIns="91440" bIns="45720" rtlCol="0" anchor="t">
            <a:normAutofit lnSpcReduction="10000"/>
          </a:bodyPr>
          <a:lstStyle/>
          <a:p>
            <a:r>
              <a:rPr lang="en-US">
                <a:latin typeface="Times New Roman"/>
                <a:ea typeface="+mn-lt"/>
                <a:cs typeface="+mn-lt"/>
              </a:rPr>
              <a:t>IEEE 802.11 protocol, commonly known as Wi-Fi, is a set of standards for implementing Wireless Local Area Networks (WLANs). It defines the architecture, media access control (MAC), and physical layer (PHY) specifications for how devices communicate wirelessly. </a:t>
            </a:r>
            <a:endParaRPr lang="en-US">
              <a:latin typeface="Times New Roman"/>
              <a:ea typeface="+mn-lt"/>
              <a:cs typeface="Times New Roman"/>
            </a:endParaRPr>
          </a:p>
          <a:p>
            <a:r>
              <a:rPr lang="en-US" b="1">
                <a:latin typeface="Times New Roman"/>
                <a:ea typeface="+mn-lt"/>
                <a:cs typeface="+mn-lt"/>
              </a:rPr>
              <a:t>MAC and PHY layers:</a:t>
            </a:r>
            <a:endParaRPr lang="en-US">
              <a:latin typeface="Times New Roman"/>
              <a:cs typeface="Times New Roman"/>
            </a:endParaRPr>
          </a:p>
          <a:p>
            <a:r>
              <a:rPr lang="en-US">
                <a:latin typeface="Times New Roman"/>
                <a:ea typeface="+mn-lt"/>
                <a:cs typeface="+mn-lt"/>
              </a:rPr>
              <a:t>The protocol defines both the Media Access Control (MAC) layer, which handles how devices share the wireless medium, and the Physical (PHY) layer, which deals with the radio signals and modulation techniques. </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13093603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C8D3C-D659-693A-22BA-8BE888A02A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AF56AC4-BAB0-0AD4-20C8-A76354EAA48A}"/>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Wi-Fi Alliance:</a:t>
            </a:r>
            <a:endParaRPr lang="en-US">
              <a:latin typeface="Times New Roman"/>
              <a:cs typeface="Times New Roman"/>
            </a:endParaRPr>
          </a:p>
          <a:p>
            <a:r>
              <a:rPr lang="en-US">
                <a:latin typeface="Times New Roman"/>
                <a:ea typeface="+mn-lt"/>
                <a:cs typeface="+mn-lt"/>
              </a:rPr>
              <a:t>The Wi-Fi Alliance is a trade association that certifies devices to ensure interoperability between different manufacturers' products using the 802.11 standard. </a:t>
            </a:r>
            <a:endParaRPr lang="en-US">
              <a:latin typeface="Times New Roman"/>
              <a:cs typeface="Times New Roman"/>
            </a:endParaRPr>
          </a:p>
          <a:p>
            <a:pPr marL="0" indent="0">
              <a:buNone/>
            </a:pPr>
            <a:r>
              <a:rPr lang="en-US" b="1">
                <a:latin typeface="Times New Roman"/>
                <a:ea typeface="+mn-lt"/>
                <a:cs typeface="+mn-lt"/>
              </a:rPr>
              <a:t>Frequency Bands:</a:t>
            </a:r>
            <a:endParaRPr lang="en-US">
              <a:latin typeface="Times New Roman"/>
              <a:cs typeface="Times New Roman"/>
            </a:endParaRPr>
          </a:p>
          <a:p>
            <a:r>
              <a:rPr lang="en-US">
                <a:latin typeface="Times New Roman"/>
                <a:ea typeface="+mn-lt"/>
                <a:cs typeface="+mn-lt"/>
              </a:rPr>
              <a:t>802.11 devices operate in different frequency bands, including 2.4 GHz and 5 GHz, and newer versions like Wi-Fi 6E also utilize the 6 GHz band. </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3821522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595D-D82E-BC94-9652-B2363F0477A4}"/>
              </a:ext>
            </a:extLst>
          </p:cNvPr>
          <p:cNvSpPr>
            <a:spLocks noGrp="1"/>
          </p:cNvSpPr>
          <p:nvPr>
            <p:ph type="title"/>
          </p:nvPr>
        </p:nvSpPr>
        <p:spPr/>
        <p:txBody>
          <a:bodyPr/>
          <a:lstStyle/>
          <a:p>
            <a:r>
              <a:rPr lang="en-US"/>
              <a:t>802.11 standards </a:t>
            </a:r>
          </a:p>
        </p:txBody>
      </p:sp>
      <p:sp>
        <p:nvSpPr>
          <p:cNvPr id="3" name="Content Placeholder 2">
            <a:extLst>
              <a:ext uri="{FF2B5EF4-FFF2-40B4-BE49-F238E27FC236}">
                <a16:creationId xmlns:a16="http://schemas.microsoft.com/office/drawing/2014/main" id="{AEB125CF-E0FC-4429-B16F-5F8AF505C31D}"/>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802.11a:</a:t>
            </a:r>
            <a:r>
              <a:rPr lang="en-US">
                <a:latin typeface="Times New Roman"/>
                <a:ea typeface="+mn-lt"/>
                <a:cs typeface="+mn-lt"/>
              </a:rPr>
              <a:t> Operates in the 5 GHz band, offering higher data rates than 802.11b. </a:t>
            </a:r>
            <a:endParaRPr lang="en-US">
              <a:latin typeface="Times New Roman"/>
              <a:cs typeface="Times New Roman"/>
            </a:endParaRPr>
          </a:p>
          <a:p>
            <a:r>
              <a:rPr lang="en-US" b="1">
                <a:latin typeface="Times New Roman"/>
                <a:ea typeface="+mn-lt"/>
                <a:cs typeface="+mn-lt"/>
              </a:rPr>
              <a:t>802.11b:</a:t>
            </a:r>
            <a:r>
              <a:rPr lang="en-US">
                <a:latin typeface="Times New Roman"/>
                <a:ea typeface="+mn-lt"/>
                <a:cs typeface="+mn-lt"/>
              </a:rPr>
              <a:t> Operates in the 2.4 GHz band, offering speeds up to 11 Mbps. </a:t>
            </a:r>
            <a:endParaRPr lang="en-US">
              <a:latin typeface="Times New Roman"/>
              <a:cs typeface="Times New Roman"/>
            </a:endParaRPr>
          </a:p>
          <a:p>
            <a:r>
              <a:rPr lang="en-US" b="1">
                <a:latin typeface="Times New Roman"/>
                <a:ea typeface="+mn-lt"/>
                <a:cs typeface="+mn-lt"/>
              </a:rPr>
              <a:t>802.11g:</a:t>
            </a:r>
            <a:r>
              <a:rPr lang="en-US">
                <a:latin typeface="Times New Roman"/>
                <a:ea typeface="+mn-lt"/>
                <a:cs typeface="+mn-lt"/>
              </a:rPr>
              <a:t> Operates in the 2.4 GHz band, offering speeds up to 54 Mbps. </a:t>
            </a:r>
            <a:endParaRPr lang="en-US">
              <a:latin typeface="Times New Roman"/>
              <a:cs typeface="Times New Roman"/>
            </a:endParaRPr>
          </a:p>
          <a:p>
            <a:r>
              <a:rPr lang="en-US" b="1">
                <a:latin typeface="Times New Roman"/>
                <a:ea typeface="+mn-lt"/>
                <a:cs typeface="+mn-lt"/>
              </a:rPr>
              <a:t>802.11n:</a:t>
            </a:r>
            <a:r>
              <a:rPr lang="en-US">
                <a:latin typeface="Times New Roman"/>
                <a:ea typeface="+mn-lt"/>
                <a:cs typeface="+mn-lt"/>
              </a:rPr>
              <a:t> Supports both 2.4 GHz and 5 GHz bands, with data rates up to 600 Mbps, and introduces MIMO technology. </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244602960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BB9F-2FDF-788D-CFD4-D0019265BD59}"/>
              </a:ext>
            </a:extLst>
          </p:cNvPr>
          <p:cNvSpPr>
            <a:spLocks noGrp="1"/>
          </p:cNvSpPr>
          <p:nvPr>
            <p:ph type="title"/>
          </p:nvPr>
        </p:nvSpPr>
        <p:spPr/>
        <p:txBody>
          <a:bodyPr/>
          <a:lstStyle/>
          <a:p>
            <a:r>
              <a:rPr lang="en-US"/>
              <a:t>802.11 standards...</a:t>
            </a:r>
          </a:p>
        </p:txBody>
      </p:sp>
      <p:sp>
        <p:nvSpPr>
          <p:cNvPr id="3" name="Content Placeholder 2">
            <a:extLst>
              <a:ext uri="{FF2B5EF4-FFF2-40B4-BE49-F238E27FC236}">
                <a16:creationId xmlns:a16="http://schemas.microsoft.com/office/drawing/2014/main" id="{3B44BB49-54BF-5AAC-8E21-918DD98BE90B}"/>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802.11ac (Wi-Fi 5):</a:t>
            </a:r>
            <a:r>
              <a:rPr lang="en-US">
                <a:latin typeface="Times New Roman"/>
                <a:ea typeface="+mn-lt"/>
                <a:cs typeface="+mn-lt"/>
              </a:rPr>
              <a:t> Operates primarily in the 5 GHz band, offering significantly higher speeds (up to 3.5 Gbps) and wider channels. </a:t>
            </a:r>
            <a:endParaRPr lang="en-US">
              <a:latin typeface="Times New Roman"/>
              <a:cs typeface="Times New Roman"/>
            </a:endParaRPr>
          </a:p>
          <a:p>
            <a:r>
              <a:rPr lang="en-US" b="1">
                <a:latin typeface="Times New Roman"/>
                <a:ea typeface="+mn-lt"/>
                <a:cs typeface="+mn-lt"/>
              </a:rPr>
              <a:t>802.11ax (Wi-Fi 6):</a:t>
            </a:r>
            <a:r>
              <a:rPr lang="en-US">
                <a:latin typeface="Times New Roman"/>
                <a:ea typeface="+mn-lt"/>
                <a:cs typeface="+mn-lt"/>
              </a:rPr>
              <a:t> Designed for improved performance in crowded environments, with features like OFDMA and MU-MIMO. </a:t>
            </a:r>
            <a:endParaRPr lang="en-US">
              <a:latin typeface="Times New Roman"/>
              <a:cs typeface="Times New Roman"/>
            </a:endParaRPr>
          </a:p>
        </p:txBody>
      </p:sp>
    </p:spTree>
    <p:extLst>
      <p:ext uri="{BB962C8B-B14F-4D97-AF65-F5344CB8AC3E}">
        <p14:creationId xmlns:p14="http://schemas.microsoft.com/office/powerpoint/2010/main" val="31738232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AE45D-A2AB-C9C3-1869-3B9333C12471}"/>
              </a:ext>
            </a:extLst>
          </p:cNvPr>
          <p:cNvSpPr>
            <a:spLocks noGrp="1"/>
          </p:cNvSpPr>
          <p:nvPr>
            <p:ph type="title"/>
          </p:nvPr>
        </p:nvSpPr>
        <p:spPr/>
        <p:txBody>
          <a:bodyPr/>
          <a:lstStyle/>
          <a:p>
            <a:r>
              <a:rPr lang="en-US"/>
              <a:t>Wireless authentication</a:t>
            </a:r>
          </a:p>
        </p:txBody>
      </p:sp>
      <p:sp>
        <p:nvSpPr>
          <p:cNvPr id="3" name="Content Placeholder 2">
            <a:extLst>
              <a:ext uri="{FF2B5EF4-FFF2-40B4-BE49-F238E27FC236}">
                <a16:creationId xmlns:a16="http://schemas.microsoft.com/office/drawing/2014/main" id="{1DAEDA7C-8DFC-D521-97E9-43F1459C4E64}"/>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Wireless authentication is the process of verifying the identity of a device or user attempting to connect to a wireless network. It ensures that only authorized individuals or devices can access the network and its resources, preventing unauthorized access and protecting data. </a:t>
            </a:r>
          </a:p>
          <a:p>
            <a:pPr marL="0" indent="0">
              <a:buNone/>
            </a:pPr>
            <a:r>
              <a:rPr lang="en-US" b="1">
                <a:latin typeface="Times New Roman"/>
                <a:cs typeface="Times New Roman"/>
              </a:rPr>
              <a:t>802.1X Authentication:</a:t>
            </a:r>
            <a:endParaRPr lang="en-US">
              <a:latin typeface="Times New Roman"/>
              <a:cs typeface="Times New Roman"/>
            </a:endParaRPr>
          </a:p>
          <a:p>
            <a:r>
              <a:rPr lang="en-US">
                <a:latin typeface="Times New Roman"/>
                <a:cs typeface="Times New Roman"/>
              </a:rPr>
              <a:t>A more robust method using the Extensible Authentication Protocol (EAP), often used in enterprise environments. It involves a RADIUS server for centralized authentication. </a:t>
            </a:r>
          </a:p>
          <a:p>
            <a:endParaRPr lang="en-US">
              <a:latin typeface="Times New Roman"/>
              <a:cs typeface="Times New Roman"/>
            </a:endParaRPr>
          </a:p>
        </p:txBody>
      </p:sp>
    </p:spTree>
    <p:extLst>
      <p:ext uri="{BB962C8B-B14F-4D97-AF65-F5344CB8AC3E}">
        <p14:creationId xmlns:p14="http://schemas.microsoft.com/office/powerpoint/2010/main" val="23828913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850D4-6AF5-8D78-2C08-2D82BD7B40F8}"/>
              </a:ext>
            </a:extLst>
          </p:cNvPr>
          <p:cNvSpPr>
            <a:spLocks noGrp="1"/>
          </p:cNvSpPr>
          <p:nvPr>
            <p:ph type="title"/>
          </p:nvPr>
        </p:nvSpPr>
        <p:spPr/>
        <p:txBody>
          <a:bodyPr/>
          <a:lstStyle/>
          <a:p>
            <a:r>
              <a:rPr lang="en-US"/>
              <a:t>Encryption</a:t>
            </a:r>
          </a:p>
        </p:txBody>
      </p:sp>
      <p:sp>
        <p:nvSpPr>
          <p:cNvPr id="3" name="Content Placeholder 2">
            <a:extLst>
              <a:ext uri="{FF2B5EF4-FFF2-40B4-BE49-F238E27FC236}">
                <a16:creationId xmlns:a16="http://schemas.microsoft.com/office/drawing/2014/main" id="{988BF7E6-0CFE-4702-0C06-6254A62E8407}"/>
              </a:ext>
            </a:extLst>
          </p:cNvPr>
          <p:cNvSpPr>
            <a:spLocks noGrp="1"/>
          </p:cNvSpPr>
          <p:nvPr>
            <p:ph idx="1"/>
          </p:nvPr>
        </p:nvSpPr>
        <p:spPr/>
        <p:txBody>
          <a:bodyPr vert="horz" lIns="91440" tIns="45720" rIns="91440" bIns="45720" rtlCol="0" anchor="t">
            <a:normAutofit/>
          </a:bodyPr>
          <a:lstStyle/>
          <a:p>
            <a:pPr marL="0" indent="0">
              <a:buNone/>
            </a:pPr>
            <a:r>
              <a:rPr lang="en-US">
                <a:latin typeface="Times New Roman"/>
                <a:ea typeface="+mn-lt"/>
                <a:cs typeface="+mn-lt"/>
              </a:rPr>
              <a:t>Wireless encryption, also known as Wi-Fi security, protects the wireless network by encrypting data transmitted between devices, making it difficult for unauthorized users to access or eavesdrop on the network. This encryption, along with authentication protocols, ensures only authorized users can connect and share data. Common encryption types include WEP, WPA, WPA2, and WPA3, with WPA3 being the latest and most secure standard. </a:t>
            </a:r>
          </a:p>
        </p:txBody>
      </p:sp>
    </p:spTree>
    <p:extLst>
      <p:ext uri="{BB962C8B-B14F-4D97-AF65-F5344CB8AC3E}">
        <p14:creationId xmlns:p14="http://schemas.microsoft.com/office/powerpoint/2010/main" val="5375342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046F-F30A-C5CB-C521-C2114F80B9DD}"/>
              </a:ext>
            </a:extLst>
          </p:cNvPr>
          <p:cNvSpPr>
            <a:spLocks noGrp="1"/>
          </p:cNvSpPr>
          <p:nvPr>
            <p:ph type="title"/>
          </p:nvPr>
        </p:nvSpPr>
        <p:spPr/>
        <p:txBody>
          <a:bodyPr/>
          <a:lstStyle/>
          <a:p>
            <a:r>
              <a:rPr lang="en-US"/>
              <a:t>WPA</a:t>
            </a:r>
          </a:p>
        </p:txBody>
      </p:sp>
      <p:sp>
        <p:nvSpPr>
          <p:cNvPr id="3" name="Content Placeholder 2">
            <a:extLst>
              <a:ext uri="{FF2B5EF4-FFF2-40B4-BE49-F238E27FC236}">
                <a16:creationId xmlns:a16="http://schemas.microsoft.com/office/drawing/2014/main" id="{0D04A6B1-3905-FC06-F360-A1C15CE1D44D}"/>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WPA, or Wi-Fi Protected Access, is a security protocol designed to protect wireless network communications. It was introduced to replace the flawed WEP (Wired Equivalent Privacy) protocol, offering stronger encryption and authentication. WPA uses TKIP (Temporal Key Integrity Protocol) for encryption and EAP (Extensible Authentication Protocol) for authentication, enhancing security against unauthorized access and eavesdropping. </a:t>
            </a:r>
            <a:endParaRPr lang="en-US">
              <a:latin typeface="Times New Roman"/>
              <a:cs typeface="Times New Roman"/>
            </a:endParaRPr>
          </a:p>
        </p:txBody>
      </p:sp>
    </p:spTree>
    <p:extLst>
      <p:ext uri="{BB962C8B-B14F-4D97-AF65-F5344CB8AC3E}">
        <p14:creationId xmlns:p14="http://schemas.microsoft.com/office/powerpoint/2010/main" val="19985757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60A83-FD10-4E1D-9FF9-BBE81DF0F165}"/>
              </a:ext>
            </a:extLst>
          </p:cNvPr>
          <p:cNvSpPr>
            <a:spLocks noGrp="1"/>
          </p:cNvSpPr>
          <p:nvPr>
            <p:ph type="title"/>
          </p:nvPr>
        </p:nvSpPr>
        <p:spPr/>
        <p:txBody>
          <a:bodyPr/>
          <a:lstStyle/>
          <a:p>
            <a:r>
              <a:rPr lang="en-US"/>
              <a:t>WPA2</a:t>
            </a:r>
          </a:p>
        </p:txBody>
      </p:sp>
      <p:sp>
        <p:nvSpPr>
          <p:cNvPr id="3" name="Content Placeholder 2">
            <a:extLst>
              <a:ext uri="{FF2B5EF4-FFF2-40B4-BE49-F238E27FC236}">
                <a16:creationId xmlns:a16="http://schemas.microsoft.com/office/drawing/2014/main" id="{57C84E3B-E494-3941-1826-D616766CDDB0}"/>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Wi-Fi Protected Access 2 is a security protocol that protects wireless networks. It uses the Advanced Encryption Standard (AES) for strong encryption and the Counter Mode with Cipher Block Chaining Message Authentication Code Protocol (CCMP) for authentication and data integrity. WPA2 is widely adopted and considered the industry standard for securing Wi-Fi networks, particularly in home and small office environments. </a:t>
            </a:r>
            <a:endParaRPr lang="en-US">
              <a:latin typeface="Times New Roman"/>
              <a:cs typeface="Times New Roman"/>
            </a:endParaRPr>
          </a:p>
        </p:txBody>
      </p:sp>
    </p:spTree>
    <p:extLst>
      <p:ext uri="{BB962C8B-B14F-4D97-AF65-F5344CB8AC3E}">
        <p14:creationId xmlns:p14="http://schemas.microsoft.com/office/powerpoint/2010/main" val="261004971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0580-2815-84C8-BE53-C8BA962955F9}"/>
              </a:ext>
            </a:extLst>
          </p:cNvPr>
          <p:cNvSpPr>
            <a:spLocks noGrp="1"/>
          </p:cNvSpPr>
          <p:nvPr>
            <p:ph type="title"/>
          </p:nvPr>
        </p:nvSpPr>
        <p:spPr/>
        <p:txBody>
          <a:bodyPr/>
          <a:lstStyle/>
          <a:p>
            <a:r>
              <a:rPr lang="en-US"/>
              <a:t>WPA3</a:t>
            </a:r>
          </a:p>
        </p:txBody>
      </p:sp>
      <p:sp>
        <p:nvSpPr>
          <p:cNvPr id="3" name="Content Placeholder 2">
            <a:extLst>
              <a:ext uri="{FF2B5EF4-FFF2-40B4-BE49-F238E27FC236}">
                <a16:creationId xmlns:a16="http://schemas.microsoft.com/office/drawing/2014/main" id="{1DB4BDA8-7381-6F13-FC72-7265F570D5A8}"/>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WPA3 is the latest Wi-Fi security protocol, introduced to enhance the security of wireless networks. It replaces the older WPA2 standard, offering stronger encryption and protection against various attacks like brute-force and offline dictionary attacks. WPA3 improves password security and provides better protection for individual connections, even on public Wi-Fi hotspots. </a:t>
            </a:r>
            <a:endParaRPr lang="en-US">
              <a:latin typeface="Times New Roman"/>
              <a:cs typeface="Times New Roman"/>
            </a:endParaRPr>
          </a:p>
        </p:txBody>
      </p:sp>
    </p:spTree>
    <p:extLst>
      <p:ext uri="{BB962C8B-B14F-4D97-AF65-F5344CB8AC3E}">
        <p14:creationId xmlns:p14="http://schemas.microsoft.com/office/powerpoint/2010/main" val="186401755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335DF-4136-CAD6-DD7E-D1C03C0FCF1D}"/>
              </a:ext>
            </a:extLst>
          </p:cNvPr>
          <p:cNvSpPr>
            <a:spLocks noGrp="1"/>
          </p:cNvSpPr>
          <p:nvPr>
            <p:ph type="title"/>
          </p:nvPr>
        </p:nvSpPr>
        <p:spPr/>
        <p:txBody>
          <a:bodyPr/>
          <a:lstStyle/>
          <a:p>
            <a:r>
              <a:rPr lang="en-US"/>
              <a:t>Connection types</a:t>
            </a:r>
          </a:p>
        </p:txBody>
      </p:sp>
      <p:sp>
        <p:nvSpPr>
          <p:cNvPr id="3" name="Content Placeholder 2">
            <a:extLst>
              <a:ext uri="{FF2B5EF4-FFF2-40B4-BE49-F238E27FC236}">
                <a16:creationId xmlns:a16="http://schemas.microsoft.com/office/drawing/2014/main" id="{7591E6E0-1798-E6CE-A96A-DEF3246895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848628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57570-2424-0055-6E6A-A277F61FB84C}"/>
              </a:ext>
            </a:extLst>
          </p:cNvPr>
          <p:cNvSpPr>
            <a:spLocks noGrp="1"/>
          </p:cNvSpPr>
          <p:nvPr>
            <p:ph type="title"/>
          </p:nvPr>
        </p:nvSpPr>
        <p:spPr/>
        <p:txBody>
          <a:bodyPr/>
          <a:lstStyle/>
          <a:p>
            <a:r>
              <a:rPr lang="en-US"/>
              <a:t>DCI</a:t>
            </a:r>
          </a:p>
        </p:txBody>
      </p:sp>
      <p:sp>
        <p:nvSpPr>
          <p:cNvPr id="3" name="Content Placeholder 2">
            <a:extLst>
              <a:ext uri="{FF2B5EF4-FFF2-40B4-BE49-F238E27FC236}">
                <a16:creationId xmlns:a16="http://schemas.microsoft.com/office/drawing/2014/main" id="{8479B00D-D312-AEC7-07DE-4B325FD17805}"/>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Data Center Interconnect, refers to the technologies and services that link multiple data centers together, enabling them to share data and resources. This interconnection is crucial for various purposes, including disaster recovery, data replication, load balancing, and overall improved network performance. DCI can span from short distances within a campus to long distances across regions or even continents. </a:t>
            </a:r>
            <a:endParaRPr lang="en-US">
              <a:latin typeface="Times New Roman"/>
              <a:cs typeface="Times New Roman"/>
            </a:endParaRPr>
          </a:p>
        </p:txBody>
      </p:sp>
    </p:spTree>
    <p:extLst>
      <p:ext uri="{BB962C8B-B14F-4D97-AF65-F5344CB8AC3E}">
        <p14:creationId xmlns:p14="http://schemas.microsoft.com/office/powerpoint/2010/main" val="362984078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5F62-D8BA-2BE4-4C4A-7486332027A0}"/>
              </a:ext>
            </a:extLst>
          </p:cNvPr>
          <p:cNvSpPr>
            <a:spLocks noGrp="1"/>
          </p:cNvSpPr>
          <p:nvPr>
            <p:ph type="title"/>
          </p:nvPr>
        </p:nvSpPr>
        <p:spPr/>
        <p:txBody>
          <a:bodyPr/>
          <a:lstStyle/>
          <a:p>
            <a:r>
              <a:rPr lang="en-US"/>
              <a:t>WAN interconnect</a:t>
            </a:r>
          </a:p>
        </p:txBody>
      </p:sp>
      <p:sp>
        <p:nvSpPr>
          <p:cNvPr id="3" name="Content Placeholder 2">
            <a:extLst>
              <a:ext uri="{FF2B5EF4-FFF2-40B4-BE49-F238E27FC236}">
                <a16:creationId xmlns:a16="http://schemas.microsoft.com/office/drawing/2014/main" id="{19981B36-882C-F338-67C9-5CE41385729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Wide Area Network interconnect is the process of connecting multiple Local Area Networks (LANs) or other networks across a wide geographical area, enabling communication and resource sharing between different locations. This could involve connecting multiple offices, data centers, or cloud resources. </a:t>
            </a:r>
            <a:endParaRPr lang="en-US">
              <a:latin typeface="Times New Roman"/>
              <a:cs typeface="Times New Roman"/>
            </a:endParaRPr>
          </a:p>
        </p:txBody>
      </p:sp>
      <p:pic>
        <p:nvPicPr>
          <p:cNvPr id="4" name="Picture 3" descr="SMS P2P Interconnection - Wholesale">
            <a:extLst>
              <a:ext uri="{FF2B5EF4-FFF2-40B4-BE49-F238E27FC236}">
                <a16:creationId xmlns:a16="http://schemas.microsoft.com/office/drawing/2014/main" id="{EB53AB16-4222-D38A-FF94-34F0C67CA278}"/>
              </a:ext>
            </a:extLst>
          </p:cNvPr>
          <p:cNvPicPr>
            <a:picLocks noChangeAspect="1"/>
          </p:cNvPicPr>
          <p:nvPr/>
        </p:nvPicPr>
        <p:blipFill>
          <a:blip r:embed="rId2"/>
          <a:stretch>
            <a:fillRect/>
          </a:stretch>
        </p:blipFill>
        <p:spPr>
          <a:xfrm>
            <a:off x="3969760" y="4145380"/>
            <a:ext cx="4714206" cy="2965450"/>
          </a:xfrm>
          <a:prstGeom prst="rect">
            <a:avLst/>
          </a:prstGeom>
        </p:spPr>
      </p:pic>
    </p:spTree>
    <p:extLst>
      <p:ext uri="{BB962C8B-B14F-4D97-AF65-F5344CB8AC3E}">
        <p14:creationId xmlns:p14="http://schemas.microsoft.com/office/powerpoint/2010/main" val="235286344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ABA6-C62C-E1D8-3C67-65A3095E8108}"/>
              </a:ext>
            </a:extLst>
          </p:cNvPr>
          <p:cNvSpPr>
            <a:spLocks noGrp="1"/>
          </p:cNvSpPr>
          <p:nvPr>
            <p:ph type="title"/>
          </p:nvPr>
        </p:nvSpPr>
        <p:spPr/>
        <p:txBody>
          <a:bodyPr/>
          <a:lstStyle/>
          <a:p>
            <a:r>
              <a:rPr lang="en-US"/>
              <a:t>P2P</a:t>
            </a:r>
          </a:p>
        </p:txBody>
      </p:sp>
      <p:sp>
        <p:nvSpPr>
          <p:cNvPr id="3" name="Content Placeholder 2">
            <a:extLst>
              <a:ext uri="{FF2B5EF4-FFF2-40B4-BE49-F238E27FC236}">
                <a16:creationId xmlns:a16="http://schemas.microsoft.com/office/drawing/2014/main" id="{799A8F50-AA6B-99DD-752C-FBD39507740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P2P interconnect, or peer-to-peer interconnect, refers to a network architecture where devices connect directly to each other without relying on a central server. In this setup, each device acts as both a client and a server, allowing them to share resources and data directly with others. This contrasts with the traditional client-server model where a central server manages communication. </a:t>
            </a:r>
          </a:p>
        </p:txBody>
      </p:sp>
    </p:spTree>
    <p:extLst>
      <p:ext uri="{BB962C8B-B14F-4D97-AF65-F5344CB8AC3E}">
        <p14:creationId xmlns:p14="http://schemas.microsoft.com/office/powerpoint/2010/main" val="232557476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2FCAA-BF1C-5D55-FD0F-35EAA42FE60D}"/>
              </a:ext>
            </a:extLst>
          </p:cNvPr>
          <p:cNvSpPr>
            <a:spLocks noGrp="1"/>
          </p:cNvSpPr>
          <p:nvPr>
            <p:ph type="title"/>
          </p:nvPr>
        </p:nvSpPr>
        <p:spPr/>
        <p:txBody>
          <a:bodyPr/>
          <a:lstStyle/>
          <a:p>
            <a:r>
              <a:rPr lang="en-US"/>
              <a:t>MPLS</a:t>
            </a:r>
          </a:p>
        </p:txBody>
      </p:sp>
      <p:sp>
        <p:nvSpPr>
          <p:cNvPr id="3" name="Content Placeholder 2">
            <a:extLst>
              <a:ext uri="{FF2B5EF4-FFF2-40B4-BE49-F238E27FC236}">
                <a16:creationId xmlns:a16="http://schemas.microsoft.com/office/drawing/2014/main" id="{2D17ECBE-75FE-EB21-250B-05064603194B}"/>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MPLS Interconnect refers to the process of connecting different MPLS (Multiprotocol Label Switching) networks, often belonging to different providers or organizations, to enable communication and data exchange between them. This interconnection can be achieved through various methods, each with its own advantages and considerations. </a:t>
            </a:r>
            <a:endParaRPr lang="en-US">
              <a:latin typeface="Times New Roman"/>
              <a:cs typeface="Times New Roman"/>
            </a:endParaRPr>
          </a:p>
        </p:txBody>
      </p:sp>
      <p:pic>
        <p:nvPicPr>
          <p:cNvPr id="4" name="Picture 3" descr="Understanding the Role of MPLS in Networking">
            <a:extLst>
              <a:ext uri="{FF2B5EF4-FFF2-40B4-BE49-F238E27FC236}">
                <a16:creationId xmlns:a16="http://schemas.microsoft.com/office/drawing/2014/main" id="{4E3EF94E-430E-F84F-4349-C782F067E262}"/>
              </a:ext>
            </a:extLst>
          </p:cNvPr>
          <p:cNvPicPr>
            <a:picLocks noChangeAspect="1"/>
          </p:cNvPicPr>
          <p:nvPr/>
        </p:nvPicPr>
        <p:blipFill>
          <a:blip r:embed="rId2"/>
          <a:stretch>
            <a:fillRect/>
          </a:stretch>
        </p:blipFill>
        <p:spPr>
          <a:xfrm>
            <a:off x="4777138" y="4146008"/>
            <a:ext cx="3097063" cy="3068308"/>
          </a:xfrm>
          <a:prstGeom prst="rect">
            <a:avLst/>
          </a:prstGeom>
        </p:spPr>
      </p:pic>
    </p:spTree>
    <p:extLst>
      <p:ext uri="{BB962C8B-B14F-4D97-AF65-F5344CB8AC3E}">
        <p14:creationId xmlns:p14="http://schemas.microsoft.com/office/powerpoint/2010/main" val="378199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3885A-4472-879B-6713-10B3A65BB2BF}"/>
              </a:ext>
            </a:extLst>
          </p:cNvPr>
          <p:cNvSpPr>
            <a:spLocks noGrp="1"/>
          </p:cNvSpPr>
          <p:nvPr>
            <p:ph type="title"/>
          </p:nvPr>
        </p:nvSpPr>
        <p:spPr/>
        <p:txBody>
          <a:bodyPr/>
          <a:lstStyle/>
          <a:p>
            <a:r>
              <a:rPr lang="en-US"/>
              <a:t>PPPOE</a:t>
            </a:r>
          </a:p>
        </p:txBody>
      </p:sp>
      <p:sp>
        <p:nvSpPr>
          <p:cNvPr id="3" name="Content Placeholder 2">
            <a:extLst>
              <a:ext uri="{FF2B5EF4-FFF2-40B4-BE49-F238E27FC236}">
                <a16:creationId xmlns:a16="http://schemas.microsoft.com/office/drawing/2014/main" id="{CB39A9D4-118E-A765-E2C5-E155774B7D6A}"/>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 Point-to-Point Protocol over Ethernet, is a network protocol that encapsulates PPP (Point-to-Point Protocol) frames within Ethernet frames. It's primarily used by internet service providers (ISPs) to deliver broadband internet services, like DSL and fiber, to users. Essentially, it allows multiple users to connect to an ISP's network over an Ethernet connection using PPP for authentication and session management. </a:t>
            </a:r>
            <a:endParaRPr lang="en-US">
              <a:latin typeface="Times New Roman"/>
              <a:cs typeface="Times New Roman"/>
            </a:endParaRPr>
          </a:p>
        </p:txBody>
      </p:sp>
      <p:pic>
        <p:nvPicPr>
          <p:cNvPr id="4" name="Picture 3" descr="What is PPPoE? | PPPoE Server | 3 Session Stages ⋆ IPCisco">
            <a:extLst>
              <a:ext uri="{FF2B5EF4-FFF2-40B4-BE49-F238E27FC236}">
                <a16:creationId xmlns:a16="http://schemas.microsoft.com/office/drawing/2014/main" id="{8B3B3758-CAC7-9F83-3A7A-518769F503C2}"/>
              </a:ext>
            </a:extLst>
          </p:cNvPr>
          <p:cNvPicPr>
            <a:picLocks noChangeAspect="1"/>
          </p:cNvPicPr>
          <p:nvPr/>
        </p:nvPicPr>
        <p:blipFill>
          <a:blip r:embed="rId2"/>
          <a:stretch>
            <a:fillRect/>
          </a:stretch>
        </p:blipFill>
        <p:spPr>
          <a:xfrm>
            <a:off x="4604978" y="4271064"/>
            <a:ext cx="3240836" cy="2585947"/>
          </a:xfrm>
          <a:prstGeom prst="rect">
            <a:avLst/>
          </a:prstGeom>
        </p:spPr>
      </p:pic>
    </p:spTree>
    <p:extLst>
      <p:ext uri="{BB962C8B-B14F-4D97-AF65-F5344CB8AC3E}">
        <p14:creationId xmlns:p14="http://schemas.microsoft.com/office/powerpoint/2010/main" val="330632748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FFE8B-C6ED-EAEA-980D-0C78F8EB2A0F}"/>
              </a:ext>
            </a:extLst>
          </p:cNvPr>
          <p:cNvSpPr>
            <a:spLocks noGrp="1"/>
          </p:cNvSpPr>
          <p:nvPr>
            <p:ph type="title"/>
          </p:nvPr>
        </p:nvSpPr>
        <p:spPr/>
        <p:txBody>
          <a:bodyPr/>
          <a:lstStyle/>
          <a:p>
            <a:r>
              <a:rPr lang="en-US" err="1"/>
              <a:t>xDSL</a:t>
            </a:r>
          </a:p>
        </p:txBody>
      </p:sp>
      <p:sp>
        <p:nvSpPr>
          <p:cNvPr id="3" name="Content Placeholder 2">
            <a:extLst>
              <a:ext uri="{FF2B5EF4-FFF2-40B4-BE49-F238E27FC236}">
                <a16:creationId xmlns:a16="http://schemas.microsoft.com/office/drawing/2014/main" id="{A51CF921-563A-A9A8-2D51-21E5D53F9FE2}"/>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Digital Subscriber Line, is a family of technologies that enable high-speed data transmission over existing copper telephone lines. It is a broad term encompassing various DSL technologies like ADSL, HDSL, SDSL, and VDSL. These technologies differ in their data rates, operating distances, and whether they offer symmetric or asymmetric connections (equal or unequal upstream and downstream speeds). </a:t>
            </a:r>
            <a:endParaRPr lang="en-US">
              <a:latin typeface="Times New Roman"/>
              <a:cs typeface="Times New Roman"/>
            </a:endParaRPr>
          </a:p>
        </p:txBody>
      </p:sp>
      <p:pic>
        <p:nvPicPr>
          <p:cNvPr id="4" name="Picture 3" descr="Digital Subscriber Lines (xDSL) — EITC">
            <a:extLst>
              <a:ext uri="{FF2B5EF4-FFF2-40B4-BE49-F238E27FC236}">
                <a16:creationId xmlns:a16="http://schemas.microsoft.com/office/drawing/2014/main" id="{7AAF4969-9CF1-2AC6-AAD0-B8DBE9B2D7EF}"/>
              </a:ext>
            </a:extLst>
          </p:cNvPr>
          <p:cNvPicPr>
            <a:picLocks noChangeAspect="1"/>
          </p:cNvPicPr>
          <p:nvPr/>
        </p:nvPicPr>
        <p:blipFill>
          <a:blip r:embed="rId2"/>
          <a:stretch>
            <a:fillRect/>
          </a:stretch>
        </p:blipFill>
        <p:spPr>
          <a:xfrm>
            <a:off x="2875632" y="4206040"/>
            <a:ext cx="6173369" cy="2402973"/>
          </a:xfrm>
          <a:prstGeom prst="rect">
            <a:avLst/>
          </a:prstGeom>
        </p:spPr>
      </p:pic>
    </p:spTree>
    <p:extLst>
      <p:ext uri="{BB962C8B-B14F-4D97-AF65-F5344CB8AC3E}">
        <p14:creationId xmlns:p14="http://schemas.microsoft.com/office/powerpoint/2010/main" val="15773574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2A16B-1636-C142-3EF5-29C0083DBF7F}"/>
              </a:ext>
            </a:extLst>
          </p:cNvPr>
          <p:cNvSpPr>
            <a:spLocks noGrp="1"/>
          </p:cNvSpPr>
          <p:nvPr>
            <p:ph type="title"/>
          </p:nvPr>
        </p:nvSpPr>
        <p:spPr/>
        <p:txBody>
          <a:bodyPr/>
          <a:lstStyle/>
          <a:p>
            <a:r>
              <a:rPr lang="en-US"/>
              <a:t>What is </a:t>
            </a:r>
            <a:r>
              <a:rPr lang="en-US" err="1"/>
              <a:t>xDSL</a:t>
            </a:r>
          </a:p>
        </p:txBody>
      </p:sp>
      <p:sp>
        <p:nvSpPr>
          <p:cNvPr id="3" name="Content Placeholder 2">
            <a:extLst>
              <a:ext uri="{FF2B5EF4-FFF2-40B4-BE49-F238E27FC236}">
                <a16:creationId xmlns:a16="http://schemas.microsoft.com/office/drawing/2014/main" id="{4F7B34A5-0BAA-4BDA-1E8E-25D3400F6043}"/>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a:latin typeface="Times New Roman"/>
                <a:ea typeface="+mn-lt"/>
                <a:cs typeface="+mn-lt"/>
              </a:rPr>
              <a:t>Broadband over Copper:</a:t>
            </a:r>
            <a:endParaRPr lang="en-US">
              <a:latin typeface="Times New Roman"/>
              <a:cs typeface="Times New Roman"/>
            </a:endParaRPr>
          </a:p>
          <a:p>
            <a:r>
              <a:rPr lang="en-US" err="1">
                <a:latin typeface="Times New Roman"/>
                <a:ea typeface="+mn-lt"/>
                <a:cs typeface="+mn-lt"/>
              </a:rPr>
              <a:t>xDSL</a:t>
            </a:r>
            <a:r>
              <a:rPr lang="en-US">
                <a:latin typeface="Times New Roman"/>
                <a:ea typeface="+mn-lt"/>
                <a:cs typeface="+mn-lt"/>
              </a:rPr>
              <a:t> technologies leverage the existing copper infrastructure of telephone lines to deliver broadband internet access. </a:t>
            </a:r>
            <a:endParaRPr lang="en-US">
              <a:latin typeface="Times New Roman"/>
              <a:cs typeface="Times New Roman"/>
            </a:endParaRPr>
          </a:p>
          <a:p>
            <a:pPr marL="0" indent="0">
              <a:buNone/>
            </a:pPr>
            <a:r>
              <a:rPr lang="en-US" b="1">
                <a:latin typeface="Times New Roman"/>
                <a:ea typeface="+mn-lt"/>
                <a:cs typeface="+mn-lt"/>
              </a:rPr>
              <a:t>Digital Data Transmission:</a:t>
            </a:r>
            <a:endParaRPr lang="en-US">
              <a:latin typeface="Times New Roman"/>
              <a:cs typeface="Times New Roman"/>
            </a:endParaRPr>
          </a:p>
          <a:p>
            <a:r>
              <a:rPr lang="en-US">
                <a:latin typeface="Times New Roman"/>
                <a:ea typeface="+mn-lt"/>
                <a:cs typeface="+mn-lt"/>
              </a:rPr>
              <a:t>They transmit digital data, including audio, video, and internet traffic, over these lines. </a:t>
            </a:r>
            <a:endParaRPr lang="en-US">
              <a:latin typeface="Times New Roman"/>
              <a:cs typeface="Times New Roman"/>
            </a:endParaRPr>
          </a:p>
          <a:p>
            <a:pPr>
              <a:buNone/>
            </a:pPr>
            <a:r>
              <a:rPr lang="en-US" b="1">
                <a:latin typeface="Times New Roman"/>
                <a:ea typeface="+mn-lt"/>
                <a:cs typeface="+mn-lt"/>
              </a:rPr>
              <a:t>Local Loop Technology:</a:t>
            </a:r>
          </a:p>
          <a:p>
            <a:pPr>
              <a:buNone/>
            </a:pPr>
            <a:r>
              <a:rPr lang="en-US" err="1">
                <a:latin typeface="Times New Roman"/>
                <a:ea typeface="+mn-lt"/>
                <a:cs typeface="+mn-lt"/>
              </a:rPr>
              <a:t>xDSL</a:t>
            </a:r>
            <a:r>
              <a:rPr lang="en-US">
                <a:latin typeface="Times New Roman"/>
                <a:ea typeface="+mn-lt"/>
                <a:cs typeface="+mn-lt"/>
              </a:rPr>
              <a:t> connections typically extend from a central office (where the telephone company's equipment is located) to a subscriber's premises</a:t>
            </a:r>
          </a:p>
          <a:p>
            <a:pPr marL="0" indent="0">
              <a:buNone/>
            </a:pPr>
            <a:endParaRPr lang="en-US">
              <a:latin typeface="Times New Roman"/>
              <a:ea typeface="+mn-lt"/>
              <a:cs typeface="+mn-lt"/>
            </a:endParaRPr>
          </a:p>
        </p:txBody>
      </p:sp>
    </p:spTree>
    <p:extLst>
      <p:ext uri="{BB962C8B-B14F-4D97-AF65-F5344CB8AC3E}">
        <p14:creationId xmlns:p14="http://schemas.microsoft.com/office/powerpoint/2010/main" val="153704572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66FE-1561-493D-BDDD-3E33D5514BCE}"/>
              </a:ext>
            </a:extLst>
          </p:cNvPr>
          <p:cNvSpPr>
            <a:spLocks noGrp="1"/>
          </p:cNvSpPr>
          <p:nvPr>
            <p:ph type="title"/>
          </p:nvPr>
        </p:nvSpPr>
        <p:spPr/>
        <p:txBody>
          <a:bodyPr/>
          <a:lstStyle/>
          <a:p>
            <a:r>
              <a:rPr lang="en-US"/>
              <a:t>Dark fiber</a:t>
            </a:r>
          </a:p>
        </p:txBody>
      </p:sp>
      <p:sp>
        <p:nvSpPr>
          <p:cNvPr id="3" name="Content Placeholder 2">
            <a:extLst>
              <a:ext uri="{FF2B5EF4-FFF2-40B4-BE49-F238E27FC236}">
                <a16:creationId xmlns:a16="http://schemas.microsoft.com/office/drawing/2014/main" id="{0DC568AF-7414-2A87-05E0-54FFA32B04DF}"/>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Dark fiber refers to unused, unlit optical fiber cables that have been installed but are not currently carrying any data traffic. It's essentially a pre-installed, high-capacity network infrastructure that can be leased or purchased for customized network solutions. </a:t>
            </a:r>
          </a:p>
        </p:txBody>
      </p:sp>
    </p:spTree>
    <p:extLst>
      <p:ext uri="{BB962C8B-B14F-4D97-AF65-F5344CB8AC3E}">
        <p14:creationId xmlns:p14="http://schemas.microsoft.com/office/powerpoint/2010/main" val="15634755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C8D2D-118C-4085-FD9B-09B7DCF6B1EC}"/>
              </a:ext>
            </a:extLst>
          </p:cNvPr>
          <p:cNvSpPr>
            <a:spLocks noGrp="1"/>
          </p:cNvSpPr>
          <p:nvPr>
            <p:ph type="title"/>
          </p:nvPr>
        </p:nvSpPr>
        <p:spPr/>
        <p:txBody>
          <a:bodyPr/>
          <a:lstStyle/>
          <a:p>
            <a:r>
              <a:rPr lang="en-US"/>
              <a:t>What is dark fiber</a:t>
            </a:r>
          </a:p>
        </p:txBody>
      </p:sp>
      <p:sp>
        <p:nvSpPr>
          <p:cNvPr id="3" name="Content Placeholder 2">
            <a:extLst>
              <a:ext uri="{FF2B5EF4-FFF2-40B4-BE49-F238E27FC236}">
                <a16:creationId xmlns:a16="http://schemas.microsoft.com/office/drawing/2014/main" id="{2C48134C-8C1F-84F1-C058-23EFD779B33B}"/>
              </a:ext>
            </a:extLst>
          </p:cNvPr>
          <p:cNvSpPr>
            <a:spLocks noGrp="1"/>
          </p:cNvSpPr>
          <p:nvPr>
            <p:ph idx="1"/>
          </p:nvPr>
        </p:nvSpPr>
        <p:spPr/>
        <p:txBody>
          <a:bodyPr vert="horz" lIns="91440" tIns="45720" rIns="91440" bIns="45720" rtlCol="0" anchor="t">
            <a:normAutofit lnSpcReduction="10000"/>
          </a:bodyPr>
          <a:lstStyle/>
          <a:p>
            <a:pPr marL="0" indent="0">
              <a:buNone/>
            </a:pPr>
            <a:r>
              <a:rPr lang="en-US" b="1">
                <a:latin typeface="Times New Roman"/>
                <a:ea typeface="+mn-lt"/>
                <a:cs typeface="+mn-lt"/>
              </a:rPr>
              <a:t>Unused Fiber:</a:t>
            </a:r>
            <a:endParaRPr lang="en-US">
              <a:latin typeface="Times New Roman"/>
              <a:cs typeface="Times New Roman"/>
            </a:endParaRPr>
          </a:p>
          <a:p>
            <a:r>
              <a:rPr lang="en-US">
                <a:latin typeface="Times New Roman"/>
                <a:ea typeface="+mn-lt"/>
                <a:cs typeface="+mn-lt"/>
              </a:rPr>
              <a:t>Dark fiber is fiber optic cable that has been laid, but no light signals (data) are being transmitted through it. </a:t>
            </a:r>
            <a:endParaRPr lang="en-US">
              <a:latin typeface="Times New Roman"/>
              <a:cs typeface="Times New Roman"/>
            </a:endParaRPr>
          </a:p>
          <a:p>
            <a:pPr marL="0" indent="0">
              <a:buNone/>
            </a:pPr>
            <a:r>
              <a:rPr lang="en-US" b="1">
                <a:latin typeface="Times New Roman"/>
                <a:ea typeface="+mn-lt"/>
                <a:cs typeface="+mn-lt"/>
              </a:rPr>
              <a:t>Potential Capacity:</a:t>
            </a:r>
            <a:endParaRPr lang="en-US">
              <a:latin typeface="Times New Roman"/>
              <a:cs typeface="Times New Roman"/>
            </a:endParaRPr>
          </a:p>
          <a:p>
            <a:r>
              <a:rPr lang="en-US">
                <a:latin typeface="Times New Roman"/>
                <a:ea typeface="+mn-lt"/>
                <a:cs typeface="+mn-lt"/>
              </a:rPr>
              <a:t>It represents the potential bandwidth available in a telecommunications network.</a:t>
            </a:r>
            <a:endParaRPr lang="en-US">
              <a:latin typeface="Times New Roman"/>
              <a:cs typeface="Times New Roman"/>
            </a:endParaRPr>
          </a:p>
          <a:p>
            <a:pPr marL="0" indent="0">
              <a:buNone/>
            </a:pPr>
            <a:r>
              <a:rPr lang="en-US" b="1">
                <a:latin typeface="Times New Roman"/>
                <a:ea typeface="+mn-lt"/>
                <a:cs typeface="+mn-lt"/>
              </a:rPr>
              <a:t>Lease or Purchase:</a:t>
            </a:r>
            <a:endParaRPr lang="en-US">
              <a:latin typeface="Times New Roman"/>
              <a:cs typeface="Times New Roman"/>
            </a:endParaRPr>
          </a:p>
          <a:p>
            <a:r>
              <a:rPr lang="en-US">
                <a:latin typeface="Times New Roman"/>
                <a:ea typeface="+mn-lt"/>
                <a:cs typeface="+mn-lt"/>
              </a:rPr>
              <a:t>Organizations can lease or purchase dark fiber from network providers to build their own private, dedicated networks. </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351778534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6AF08-E09F-95B2-51B6-7F81E786335F}"/>
              </a:ext>
            </a:extLst>
          </p:cNvPr>
          <p:cNvSpPr>
            <a:spLocks noGrp="1"/>
          </p:cNvSpPr>
          <p:nvPr>
            <p:ph type="title"/>
          </p:nvPr>
        </p:nvSpPr>
        <p:spPr/>
        <p:txBody>
          <a:bodyPr/>
          <a:lstStyle/>
          <a:p>
            <a:r>
              <a:rPr lang="en-US"/>
              <a:t>Cables </a:t>
            </a:r>
          </a:p>
        </p:txBody>
      </p:sp>
      <p:sp>
        <p:nvSpPr>
          <p:cNvPr id="3" name="Content Placeholder 2">
            <a:extLst>
              <a:ext uri="{FF2B5EF4-FFF2-40B4-BE49-F238E27FC236}">
                <a16:creationId xmlns:a16="http://schemas.microsoft.com/office/drawing/2014/main" id="{3B9D5B3D-7D51-028C-7BDC-6A6DF9DC1D77}"/>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cables are the physical pathways that transmit data and information within a network. They connect devices like computers, routers, and switches, enabling communication and data transfer. The three main types are coaxial, twisted pair, and fiber optic cables. </a:t>
            </a:r>
            <a:endParaRPr lang="en-US">
              <a:latin typeface="Times New Roman"/>
              <a:cs typeface="Times New Roman"/>
            </a:endParaRPr>
          </a:p>
        </p:txBody>
      </p:sp>
    </p:spTree>
    <p:extLst>
      <p:ext uri="{BB962C8B-B14F-4D97-AF65-F5344CB8AC3E}">
        <p14:creationId xmlns:p14="http://schemas.microsoft.com/office/powerpoint/2010/main" val="340034016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AEF4-1462-9420-23DE-814B092386BF}"/>
              </a:ext>
            </a:extLst>
          </p:cNvPr>
          <p:cNvSpPr>
            <a:spLocks noGrp="1"/>
          </p:cNvSpPr>
          <p:nvPr>
            <p:ph type="title"/>
          </p:nvPr>
        </p:nvSpPr>
        <p:spPr/>
        <p:txBody>
          <a:bodyPr/>
          <a:lstStyle/>
          <a:p>
            <a:r>
              <a:rPr lang="en-US"/>
              <a:t>Cables </a:t>
            </a:r>
          </a:p>
        </p:txBody>
      </p:sp>
      <p:sp>
        <p:nvSpPr>
          <p:cNvPr id="3" name="Content Placeholder 2">
            <a:extLst>
              <a:ext uri="{FF2B5EF4-FFF2-40B4-BE49-F238E27FC236}">
                <a16:creationId xmlns:a16="http://schemas.microsoft.com/office/drawing/2014/main" id="{F17FCCA8-A76C-9670-B7D3-FD40052B5183}"/>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Coaxial Cables:</a:t>
            </a:r>
            <a:endParaRPr lang="en-US">
              <a:latin typeface="Times New Roman"/>
              <a:cs typeface="Times New Roman"/>
            </a:endParaRPr>
          </a:p>
          <a:p>
            <a:r>
              <a:rPr lang="en-US">
                <a:latin typeface="Times New Roman"/>
                <a:ea typeface="+mn-lt"/>
                <a:cs typeface="+mn-lt"/>
              </a:rPr>
              <a:t>These cables have a central conductor surrounded by an insulating layer, a braided shield, and an outer jacket. They were commonly used in older Ethernet networks and for cable TV. </a:t>
            </a:r>
            <a:endParaRPr lang="en-US">
              <a:latin typeface="Times New Roman"/>
              <a:cs typeface="Times New Roman"/>
            </a:endParaRPr>
          </a:p>
          <a:p>
            <a:pPr marL="0" indent="0">
              <a:buNone/>
            </a:pPr>
            <a:r>
              <a:rPr lang="en-US" b="1">
                <a:latin typeface="Times New Roman"/>
                <a:ea typeface="+mn-lt"/>
                <a:cs typeface="+mn-lt"/>
              </a:rPr>
              <a:t>Twisted Pair Cables:</a:t>
            </a:r>
            <a:endParaRPr lang="en-US">
              <a:latin typeface="Times New Roman"/>
              <a:cs typeface="Times New Roman"/>
            </a:endParaRPr>
          </a:p>
          <a:p>
            <a:r>
              <a:rPr lang="en-US">
                <a:latin typeface="Times New Roman"/>
                <a:ea typeface="+mn-lt"/>
                <a:cs typeface="+mn-lt"/>
              </a:rPr>
              <a:t>These cables consist of pairs of insulated copper wires twisted together. They are widely used in local area networks (LANs) and come in shielded (STP) and unshielded (UTP) varieties. </a:t>
            </a:r>
            <a:endParaRPr lang="en-US">
              <a:latin typeface="Times New Roman"/>
            </a:endParaRPr>
          </a:p>
          <a:p>
            <a:pPr marL="0" indent="0">
              <a:buNone/>
            </a:pPr>
            <a:endParaRPr lang="en-US"/>
          </a:p>
        </p:txBody>
      </p:sp>
    </p:spTree>
    <p:extLst>
      <p:ext uri="{BB962C8B-B14F-4D97-AF65-F5344CB8AC3E}">
        <p14:creationId xmlns:p14="http://schemas.microsoft.com/office/powerpoint/2010/main" val="146095106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20675-0A0E-0FDC-53D1-DFBF7426CAB3}"/>
              </a:ext>
            </a:extLst>
          </p:cNvPr>
          <p:cNvSpPr>
            <a:spLocks noGrp="1"/>
          </p:cNvSpPr>
          <p:nvPr>
            <p:ph type="title"/>
          </p:nvPr>
        </p:nvSpPr>
        <p:spPr/>
        <p:txBody>
          <a:bodyPr/>
          <a:lstStyle/>
          <a:p>
            <a:r>
              <a:rPr lang="en-US"/>
              <a:t>Twisted pair cables</a:t>
            </a:r>
          </a:p>
        </p:txBody>
      </p:sp>
      <p:sp>
        <p:nvSpPr>
          <p:cNvPr id="3" name="Content Placeholder 2">
            <a:extLst>
              <a:ext uri="{FF2B5EF4-FFF2-40B4-BE49-F238E27FC236}">
                <a16:creationId xmlns:a16="http://schemas.microsoft.com/office/drawing/2014/main" id="{B9C2B55E-CF45-7EFB-7DD2-C2CF7354E81B}"/>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Unshielded Twisted Pair (UTP):</a:t>
            </a:r>
            <a:r>
              <a:rPr lang="en-US">
                <a:latin typeface="Times New Roman"/>
                <a:ea typeface="+mn-lt"/>
                <a:cs typeface="+mn-lt"/>
              </a:rPr>
              <a:t> The most common type, UTP cables are used in both telephone and computer networks. Different categories (CAT3, CAT5, CAT5e, CAT6, CAT6a, CAT7, CAT8) specify different performance characteristics like speed and bandwidth. </a:t>
            </a:r>
            <a:endParaRPr lang="en-US">
              <a:latin typeface="Times New Roman"/>
              <a:cs typeface="Times New Roman"/>
            </a:endParaRPr>
          </a:p>
          <a:p>
            <a:r>
              <a:rPr lang="en-US" b="1">
                <a:latin typeface="Times New Roman"/>
                <a:ea typeface="+mn-lt"/>
                <a:cs typeface="+mn-lt"/>
              </a:rPr>
              <a:t>Shielded Twisted Pair (STP):</a:t>
            </a:r>
            <a:r>
              <a:rPr lang="en-US">
                <a:latin typeface="Times New Roman"/>
                <a:ea typeface="+mn-lt"/>
                <a:cs typeface="+mn-lt"/>
              </a:rPr>
              <a:t> STP cables have an additional layer of shielding to protect against interference, making them suitable for environments with high electrical noise. </a:t>
            </a:r>
            <a:endParaRPr lang="en-US">
              <a:latin typeface="Times New Roman"/>
            </a:endParaRPr>
          </a:p>
          <a:p>
            <a:pPr marL="0" indent="0">
              <a:buNone/>
            </a:pPr>
            <a:endParaRPr lang="en-US"/>
          </a:p>
        </p:txBody>
      </p:sp>
    </p:spTree>
    <p:extLst>
      <p:ext uri="{BB962C8B-B14F-4D97-AF65-F5344CB8AC3E}">
        <p14:creationId xmlns:p14="http://schemas.microsoft.com/office/powerpoint/2010/main" val="226459478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A625-606A-A04E-33A9-AEA44568CFE6}"/>
              </a:ext>
            </a:extLst>
          </p:cNvPr>
          <p:cNvSpPr>
            <a:spLocks noGrp="1"/>
          </p:cNvSpPr>
          <p:nvPr>
            <p:ph type="title"/>
          </p:nvPr>
        </p:nvSpPr>
        <p:spPr/>
        <p:txBody>
          <a:bodyPr/>
          <a:lstStyle/>
          <a:p>
            <a:r>
              <a:rPr lang="en-US"/>
              <a:t>Cables </a:t>
            </a:r>
          </a:p>
        </p:txBody>
      </p:sp>
      <p:sp>
        <p:nvSpPr>
          <p:cNvPr id="3" name="Content Placeholder 2">
            <a:extLst>
              <a:ext uri="{FF2B5EF4-FFF2-40B4-BE49-F238E27FC236}">
                <a16:creationId xmlns:a16="http://schemas.microsoft.com/office/drawing/2014/main" id="{0C1EF3B0-54BB-8E99-ADC4-5F7755803478}"/>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Fiber Optic Cables:</a:t>
            </a:r>
            <a:endParaRPr lang="en-US">
              <a:latin typeface="Times New Roman"/>
              <a:cs typeface="Times New Roman"/>
            </a:endParaRPr>
          </a:p>
          <a:p>
            <a:r>
              <a:rPr lang="en-US">
                <a:latin typeface="Times New Roman"/>
                <a:ea typeface="+mn-lt"/>
                <a:cs typeface="+mn-lt"/>
              </a:rPr>
              <a:t>These cables use light signals transmitted through thin strands of glass or plastic to transfer data. They offer high bandwidth and are ideal for long distances and high-speed networks. </a:t>
            </a:r>
            <a:endParaRPr lang="en-US">
              <a:latin typeface="Times New Roman"/>
            </a:endParaRPr>
          </a:p>
          <a:p>
            <a:endParaRPr lang="en-US"/>
          </a:p>
        </p:txBody>
      </p:sp>
    </p:spTree>
    <p:extLst>
      <p:ext uri="{BB962C8B-B14F-4D97-AF65-F5344CB8AC3E}">
        <p14:creationId xmlns:p14="http://schemas.microsoft.com/office/powerpoint/2010/main" val="90875011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6C17E-FBBF-229B-5277-EE2EF8B7C845}"/>
              </a:ext>
            </a:extLst>
          </p:cNvPr>
          <p:cNvSpPr>
            <a:spLocks noGrp="1"/>
          </p:cNvSpPr>
          <p:nvPr>
            <p:ph type="title"/>
          </p:nvPr>
        </p:nvSpPr>
        <p:spPr/>
        <p:txBody>
          <a:bodyPr/>
          <a:lstStyle/>
          <a:p>
            <a:r>
              <a:rPr lang="en-US"/>
              <a:t>Cables </a:t>
            </a:r>
          </a:p>
        </p:txBody>
      </p:sp>
      <p:sp>
        <p:nvSpPr>
          <p:cNvPr id="3" name="Content Placeholder 2">
            <a:extLst>
              <a:ext uri="{FF2B5EF4-FFF2-40B4-BE49-F238E27FC236}">
                <a16:creationId xmlns:a16="http://schemas.microsoft.com/office/drawing/2014/main" id="{74FB3644-4677-1877-C436-F7266093EF6F}"/>
              </a:ext>
            </a:extLst>
          </p:cNvPr>
          <p:cNvSpPr>
            <a:spLocks noGrp="1"/>
          </p:cNvSpPr>
          <p:nvPr>
            <p:ph idx="1"/>
          </p:nvPr>
        </p:nvSpPr>
        <p:spPr>
          <a:xfrm>
            <a:off x="933079" y="1711101"/>
            <a:ext cx="10322170" cy="5340330"/>
          </a:xfrm>
        </p:spPr>
        <p:txBody>
          <a:bodyPr vert="horz" lIns="91440" tIns="45720" rIns="91440" bIns="45720" rtlCol="0" anchor="t">
            <a:noAutofit/>
          </a:bodyPr>
          <a:lstStyle/>
          <a:p>
            <a:pPr marL="0" indent="0">
              <a:buNone/>
            </a:pPr>
            <a:r>
              <a:rPr lang="en-US" b="1">
                <a:latin typeface="Times New Roman"/>
                <a:ea typeface="+mn-lt"/>
                <a:cs typeface="+mn-lt"/>
              </a:rPr>
              <a:t>Ethernet Cables:</a:t>
            </a:r>
            <a:endParaRPr lang="en-US">
              <a:latin typeface="Times New Roman"/>
              <a:cs typeface="Times"/>
            </a:endParaRPr>
          </a:p>
          <a:p>
            <a:r>
              <a:rPr lang="en-US">
                <a:latin typeface="Times New Roman"/>
                <a:ea typeface="+mn-lt"/>
                <a:cs typeface="+mn-lt"/>
              </a:rPr>
              <a:t>Many networking cables are Ethernet cables, which are used to connect devices within a local area network (LAN), such as computers, routers, and switches. </a:t>
            </a:r>
            <a:endParaRPr lang="en-US">
              <a:latin typeface="Times New Roman"/>
              <a:cs typeface="Times"/>
            </a:endParaRPr>
          </a:p>
          <a:p>
            <a:pPr marL="0" indent="0">
              <a:buNone/>
            </a:pPr>
            <a:r>
              <a:rPr lang="en-US" b="1">
                <a:latin typeface="Times New Roman"/>
                <a:ea typeface="+mn-lt"/>
                <a:cs typeface="+mn-lt"/>
              </a:rPr>
              <a:t>Crossover Cables:</a:t>
            </a:r>
            <a:endParaRPr lang="en-US">
              <a:latin typeface="Times New Roman"/>
              <a:cs typeface="Times"/>
            </a:endParaRPr>
          </a:p>
          <a:p>
            <a:r>
              <a:rPr lang="en-US">
                <a:latin typeface="Times New Roman"/>
                <a:ea typeface="+mn-lt"/>
                <a:cs typeface="+mn-lt"/>
              </a:rPr>
              <a:t>These cables are used to connect two similar devices directly, like two computers or two switches, without a hub or switch in between. </a:t>
            </a:r>
            <a:endParaRPr lang="en-US">
              <a:latin typeface="Times New Roman"/>
              <a:cs typeface="Times"/>
            </a:endParaRPr>
          </a:p>
          <a:p>
            <a:pPr marL="0" indent="0">
              <a:buNone/>
            </a:pPr>
            <a:r>
              <a:rPr lang="en-US" b="1">
                <a:latin typeface="Times New Roman"/>
                <a:ea typeface="+mn-lt"/>
                <a:cs typeface="+mn-lt"/>
              </a:rPr>
              <a:t>Console Cables:</a:t>
            </a:r>
            <a:endParaRPr lang="en-US">
              <a:latin typeface="Times New Roman"/>
              <a:cs typeface="Times"/>
            </a:endParaRPr>
          </a:p>
          <a:p>
            <a:r>
              <a:rPr lang="en-US">
                <a:latin typeface="Times New Roman"/>
                <a:ea typeface="+mn-lt"/>
                <a:cs typeface="+mn-lt"/>
              </a:rPr>
              <a:t>A special type of cable used for connecting a computer to a device's console port for configuration and management. </a:t>
            </a:r>
            <a:endParaRPr lang="en-US">
              <a:latin typeface="Times New Roman"/>
              <a:cs typeface="Times"/>
            </a:endParaRPr>
          </a:p>
          <a:p>
            <a:endParaRPr lang="en-US">
              <a:latin typeface="Times New Roman"/>
              <a:cs typeface="Times"/>
            </a:endParaRPr>
          </a:p>
        </p:txBody>
      </p:sp>
    </p:spTree>
    <p:extLst>
      <p:ext uri="{BB962C8B-B14F-4D97-AF65-F5344CB8AC3E}">
        <p14:creationId xmlns:p14="http://schemas.microsoft.com/office/powerpoint/2010/main" val="74465614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2F99D-A952-7DA3-8CDC-3B300561C48F}"/>
              </a:ext>
            </a:extLst>
          </p:cNvPr>
          <p:cNvSpPr>
            <a:spLocks noGrp="1"/>
          </p:cNvSpPr>
          <p:nvPr>
            <p:ph type="title"/>
          </p:nvPr>
        </p:nvSpPr>
        <p:spPr/>
        <p:txBody>
          <a:bodyPr/>
          <a:lstStyle/>
          <a:p>
            <a:r>
              <a:rPr lang="en-US"/>
              <a:t>Cloud connectivity</a:t>
            </a:r>
          </a:p>
        </p:txBody>
      </p:sp>
      <p:sp>
        <p:nvSpPr>
          <p:cNvPr id="3" name="Content Placeholder 2">
            <a:extLst>
              <a:ext uri="{FF2B5EF4-FFF2-40B4-BE49-F238E27FC236}">
                <a16:creationId xmlns:a16="http://schemas.microsoft.com/office/drawing/2014/main" id="{4CD45053-4852-DA9C-E34B-63AE13EEAD4F}"/>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Public Internet Connection with VPN:</a:t>
            </a:r>
            <a:endParaRPr lang="en-US">
              <a:latin typeface="Times New Roman"/>
              <a:cs typeface="Times New Roman"/>
            </a:endParaRPr>
          </a:p>
          <a:p>
            <a:r>
              <a:rPr lang="en-US">
                <a:latin typeface="Times New Roman"/>
                <a:ea typeface="+mn-lt"/>
                <a:cs typeface="+mn-lt"/>
              </a:rPr>
              <a:t>This is the most common method, where users connect to cloud services over the public internet using a VPN (Virtual Private Network) for encryption and security. </a:t>
            </a:r>
            <a:endParaRPr lang="en-US">
              <a:latin typeface="Times New Roman"/>
              <a:cs typeface="Times New Roman"/>
            </a:endParaRPr>
          </a:p>
          <a:p>
            <a:pPr marL="0" indent="0">
              <a:buNone/>
            </a:pPr>
            <a:r>
              <a:rPr lang="en-US" b="1">
                <a:latin typeface="Times New Roman"/>
                <a:ea typeface="+mn-lt"/>
                <a:cs typeface="+mn-lt"/>
              </a:rPr>
              <a:t>Direct Cloud Connections:</a:t>
            </a:r>
            <a:endParaRPr lang="en-US">
              <a:latin typeface="Times New Roman"/>
              <a:cs typeface="Times New Roman"/>
            </a:endParaRPr>
          </a:p>
          <a:p>
            <a:r>
              <a:rPr lang="en-US">
                <a:latin typeface="Times New Roman"/>
                <a:ea typeface="+mn-lt"/>
                <a:cs typeface="+mn-lt"/>
              </a:rPr>
              <a:t>Also known as Direct Connect, Cloud Interconnect, or ExpressRoute, these methods provide a dedicated, private connection between an organization's network and a specific cloud provider, bypassing the public internet. </a:t>
            </a:r>
            <a:endParaRPr lang="en-US">
              <a:latin typeface="Times New Roman"/>
              <a:cs typeface="Times New Roman"/>
            </a:endParaRPr>
          </a:p>
        </p:txBody>
      </p:sp>
    </p:spTree>
    <p:extLst>
      <p:ext uri="{BB962C8B-B14F-4D97-AF65-F5344CB8AC3E}">
        <p14:creationId xmlns:p14="http://schemas.microsoft.com/office/powerpoint/2010/main" val="243389735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CF40-FC98-85F4-9876-70DE3B46B193}"/>
              </a:ext>
            </a:extLst>
          </p:cNvPr>
          <p:cNvSpPr>
            <a:spLocks noGrp="1"/>
          </p:cNvSpPr>
          <p:nvPr>
            <p:ph type="title"/>
          </p:nvPr>
        </p:nvSpPr>
        <p:spPr/>
        <p:txBody>
          <a:bodyPr/>
          <a:lstStyle/>
          <a:p>
            <a:r>
              <a:rPr lang="en-US"/>
              <a:t>Cloud connectivity...</a:t>
            </a:r>
          </a:p>
        </p:txBody>
      </p:sp>
      <p:sp>
        <p:nvSpPr>
          <p:cNvPr id="3" name="Content Placeholder 2">
            <a:extLst>
              <a:ext uri="{FF2B5EF4-FFF2-40B4-BE49-F238E27FC236}">
                <a16:creationId xmlns:a16="http://schemas.microsoft.com/office/drawing/2014/main" id="{993747DF-C280-82D4-4469-13DFCA24A2DA}"/>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ea typeface="+mn-lt"/>
                <a:cs typeface="+mn-lt"/>
              </a:rPr>
              <a:t>Cloud Interconnect (Cross-Cloud Interconnect):</a:t>
            </a:r>
            <a:endParaRPr lang="en-US">
              <a:latin typeface="Times New Roman"/>
              <a:cs typeface="Times New Roman"/>
            </a:endParaRPr>
          </a:p>
          <a:p>
            <a:r>
              <a:rPr lang="en-US">
                <a:latin typeface="Times New Roman"/>
                <a:ea typeface="+mn-lt"/>
                <a:cs typeface="+mn-lt"/>
              </a:rPr>
              <a:t>This enables secure and private connections between different cloud providers, facilitating multi-cloud and hybrid cloud deployments. </a:t>
            </a:r>
            <a:endParaRPr lang="en-US">
              <a:latin typeface="Times New Roman"/>
              <a:cs typeface="Times New Roman"/>
            </a:endParaRPr>
          </a:p>
          <a:p>
            <a:pPr marL="0" indent="0">
              <a:buNone/>
            </a:pPr>
            <a:r>
              <a:rPr lang="en-US" b="1">
                <a:latin typeface="Times New Roman"/>
                <a:ea typeface="+mn-lt"/>
                <a:cs typeface="+mn-lt"/>
              </a:rPr>
              <a:t>Virtual Private Cloud (VPC) Peering:</a:t>
            </a:r>
            <a:endParaRPr lang="en-US">
              <a:latin typeface="Times New Roman"/>
              <a:cs typeface="Times New Roman"/>
            </a:endParaRPr>
          </a:p>
          <a:p>
            <a:r>
              <a:rPr lang="en-US">
                <a:latin typeface="Times New Roman"/>
                <a:ea typeface="+mn-lt"/>
                <a:cs typeface="+mn-lt"/>
              </a:rPr>
              <a:t>This allows you to connect VPCs within the same cloud provider or across different providers, creating a private network between them for seamless communication. </a:t>
            </a:r>
            <a:endParaRPr lang="en-US">
              <a:latin typeface="Times New Roman"/>
              <a:cs typeface="Times New Roman"/>
            </a:endParaRPr>
          </a:p>
          <a:p>
            <a:endParaRPr lang="en-US">
              <a:latin typeface="Times New Roman"/>
              <a:cs typeface="Times New Roman"/>
            </a:endParaRPr>
          </a:p>
        </p:txBody>
      </p:sp>
    </p:spTree>
    <p:extLst>
      <p:ext uri="{BB962C8B-B14F-4D97-AF65-F5344CB8AC3E}">
        <p14:creationId xmlns:p14="http://schemas.microsoft.com/office/powerpoint/2010/main" val="159527401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1B90-2233-981D-1230-F92BF8BD0B85}"/>
              </a:ext>
            </a:extLst>
          </p:cNvPr>
          <p:cNvSpPr>
            <a:spLocks noGrp="1"/>
          </p:cNvSpPr>
          <p:nvPr>
            <p:ph type="title"/>
          </p:nvPr>
        </p:nvSpPr>
        <p:spPr>
          <a:xfrm>
            <a:off x="838200" y="106332"/>
            <a:ext cx="10515600" cy="1325563"/>
          </a:xfrm>
        </p:spPr>
        <p:txBody>
          <a:bodyPr/>
          <a:lstStyle/>
          <a:p>
            <a:r>
              <a:rPr lang="en-US"/>
              <a:t>Cloud connectivity...</a:t>
            </a:r>
          </a:p>
        </p:txBody>
      </p:sp>
      <p:sp>
        <p:nvSpPr>
          <p:cNvPr id="3" name="Content Placeholder 2">
            <a:extLst>
              <a:ext uri="{FF2B5EF4-FFF2-40B4-BE49-F238E27FC236}">
                <a16:creationId xmlns:a16="http://schemas.microsoft.com/office/drawing/2014/main" id="{32546258-BB65-16ED-8746-CD2859F950AA}"/>
              </a:ext>
            </a:extLst>
          </p:cNvPr>
          <p:cNvSpPr>
            <a:spLocks noGrp="1"/>
          </p:cNvSpPr>
          <p:nvPr>
            <p:ph idx="1"/>
          </p:nvPr>
        </p:nvSpPr>
        <p:spPr>
          <a:xfrm>
            <a:off x="838200" y="1250531"/>
            <a:ext cx="10515600" cy="4351338"/>
          </a:xfrm>
        </p:spPr>
        <p:txBody>
          <a:bodyPr vert="horz" lIns="91440" tIns="45720" rIns="91440" bIns="45720" rtlCol="0" anchor="t">
            <a:noAutofit/>
          </a:bodyPr>
          <a:lstStyle/>
          <a:p>
            <a:pPr marL="0" indent="0">
              <a:buNone/>
            </a:pPr>
            <a:r>
              <a:rPr lang="en-US" b="1">
                <a:latin typeface="Times New Roman"/>
                <a:ea typeface="+mn-lt"/>
                <a:cs typeface="+mn-lt"/>
              </a:rPr>
              <a:t>Software-Defined Cloud Interconnection (SDCI):</a:t>
            </a:r>
            <a:endParaRPr lang="en-US">
              <a:latin typeface="Times New Roman"/>
              <a:cs typeface="Times New Roman"/>
            </a:endParaRPr>
          </a:p>
          <a:p>
            <a:r>
              <a:rPr lang="en-US">
                <a:latin typeface="Times New Roman"/>
                <a:ea typeface="+mn-lt"/>
                <a:cs typeface="+mn-lt"/>
              </a:rPr>
              <a:t>This approach uses software-defined networking (SDN) to dynamically route traffic and optimize cloud connectivity, often offered by specialized providers. </a:t>
            </a:r>
            <a:endParaRPr lang="en-US">
              <a:latin typeface="Times New Roman"/>
              <a:cs typeface="Times New Roman"/>
            </a:endParaRPr>
          </a:p>
          <a:p>
            <a:pPr marL="0" indent="0">
              <a:buNone/>
            </a:pPr>
            <a:r>
              <a:rPr lang="en-US" b="1">
                <a:latin typeface="Times New Roman"/>
                <a:ea typeface="+mn-lt"/>
                <a:cs typeface="+mn-lt"/>
              </a:rPr>
              <a:t>Network as a Service (</a:t>
            </a:r>
            <a:r>
              <a:rPr lang="en-US" b="1" err="1">
                <a:latin typeface="Times New Roman"/>
                <a:ea typeface="+mn-lt"/>
                <a:cs typeface="+mn-lt"/>
              </a:rPr>
              <a:t>NaaS</a:t>
            </a:r>
            <a:r>
              <a:rPr lang="en-US" b="1">
                <a:latin typeface="Times New Roman"/>
                <a:ea typeface="+mn-lt"/>
                <a:cs typeface="+mn-lt"/>
              </a:rPr>
              <a:t>):</a:t>
            </a:r>
            <a:endParaRPr lang="en-US">
              <a:latin typeface="Times New Roman"/>
              <a:cs typeface="Times New Roman"/>
            </a:endParaRPr>
          </a:p>
          <a:p>
            <a:r>
              <a:rPr lang="en-US" err="1">
                <a:latin typeface="Times New Roman"/>
                <a:ea typeface="+mn-lt"/>
                <a:cs typeface="+mn-lt"/>
              </a:rPr>
              <a:t>NaaS</a:t>
            </a:r>
            <a:r>
              <a:rPr lang="en-US">
                <a:latin typeface="Times New Roman"/>
                <a:ea typeface="+mn-lt"/>
                <a:cs typeface="+mn-lt"/>
              </a:rPr>
              <a:t> providers offer on-demand network connectivity, allowing businesses to quickly provision and scale connections to various cloud providers and other network resources. </a:t>
            </a:r>
            <a:endParaRPr lang="en-US">
              <a:latin typeface="Times New Roman"/>
              <a:cs typeface="Times New Roman"/>
            </a:endParaRPr>
          </a:p>
          <a:p>
            <a:pPr marL="0" indent="0">
              <a:buNone/>
            </a:pPr>
            <a:r>
              <a:rPr lang="en-US" b="1">
                <a:latin typeface="Times New Roman"/>
                <a:ea typeface="+mn-lt"/>
                <a:cs typeface="+mn-lt"/>
              </a:rPr>
              <a:t>Private Cloud Hubs:</a:t>
            </a:r>
            <a:endParaRPr lang="en-US">
              <a:latin typeface="Times New Roman"/>
              <a:cs typeface="Times New Roman"/>
            </a:endParaRPr>
          </a:p>
          <a:p>
            <a:r>
              <a:rPr lang="en-US">
                <a:latin typeface="Times New Roman"/>
                <a:ea typeface="+mn-lt"/>
                <a:cs typeface="+mn-lt"/>
              </a:rPr>
              <a:t>These hubs, often offered by colocation providers, provide one-to-many private connectivity to multiple cloud providers and other network services. </a:t>
            </a:r>
            <a:endParaRPr lang="en-US">
              <a:latin typeface="Times New Roman"/>
              <a:cs typeface="Times New Roman"/>
            </a:endParaRPr>
          </a:p>
        </p:txBody>
      </p:sp>
    </p:spTree>
    <p:extLst>
      <p:ext uri="{BB962C8B-B14F-4D97-AF65-F5344CB8AC3E}">
        <p14:creationId xmlns:p14="http://schemas.microsoft.com/office/powerpoint/2010/main" val="81913705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C418-69BD-FE7C-9428-12B4D6DFE7AB}"/>
              </a:ext>
            </a:extLst>
          </p:cNvPr>
          <p:cNvSpPr>
            <a:spLocks noGrp="1"/>
          </p:cNvSpPr>
          <p:nvPr>
            <p:ph type="title"/>
          </p:nvPr>
        </p:nvSpPr>
        <p:spPr/>
        <p:txBody>
          <a:bodyPr/>
          <a:lstStyle/>
          <a:p>
            <a:r>
              <a:rPr lang="en-US"/>
              <a:t>EXPRESSROUTE</a:t>
            </a:r>
          </a:p>
        </p:txBody>
      </p:sp>
      <p:sp>
        <p:nvSpPr>
          <p:cNvPr id="3" name="Content Placeholder 2">
            <a:extLst>
              <a:ext uri="{FF2B5EF4-FFF2-40B4-BE49-F238E27FC236}">
                <a16:creationId xmlns:a16="http://schemas.microsoft.com/office/drawing/2014/main" id="{7962F3D2-C256-AF19-CA5E-BC7AE886D318}"/>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Azure ExpressRoute provides a private connection between your on-premises network and the Microsoft cloud, bypassing the public internet. This offers enhanced reliability, faster speeds, lower latency, and increased security compared to standard internet connections. It enables you to extend your network into the Microsoft cloud, accessing services like Azure and Microsoft 365. </a:t>
            </a:r>
            <a:endParaRPr lang="en-US">
              <a:latin typeface="Times New Roman"/>
              <a:cs typeface="Times New Roman"/>
            </a:endParaRPr>
          </a:p>
        </p:txBody>
      </p:sp>
    </p:spTree>
    <p:extLst>
      <p:ext uri="{BB962C8B-B14F-4D97-AF65-F5344CB8AC3E}">
        <p14:creationId xmlns:p14="http://schemas.microsoft.com/office/powerpoint/2010/main" val="31906545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3C56A-6EC5-0FCB-DFF5-C7FCF9BA3ED3}"/>
              </a:ext>
            </a:extLst>
          </p:cNvPr>
          <p:cNvSpPr>
            <a:spLocks noGrp="1"/>
          </p:cNvSpPr>
          <p:nvPr>
            <p:ph type="title"/>
          </p:nvPr>
        </p:nvSpPr>
        <p:spPr/>
        <p:txBody>
          <a:bodyPr/>
          <a:lstStyle/>
          <a:p>
            <a:r>
              <a:rPr lang="en-US"/>
              <a:t>Direct Connect</a:t>
            </a:r>
          </a:p>
        </p:txBody>
      </p:sp>
      <p:sp>
        <p:nvSpPr>
          <p:cNvPr id="3" name="Content Placeholder 2">
            <a:extLst>
              <a:ext uri="{FF2B5EF4-FFF2-40B4-BE49-F238E27FC236}">
                <a16:creationId xmlns:a16="http://schemas.microsoft.com/office/drawing/2014/main" id="{D1A85E7D-F542-6CA8-0B32-F432F82F90B3}"/>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Direct Connect, is a service that provides a dedicated, private network connection between an organization's on-premises infrastructure and a cloud provider's environment, bypassing the public internet. This offers several advantages, including increased bandwidth, reduced latency, and enhanced security. </a:t>
            </a:r>
            <a:endParaRPr lang="en-US">
              <a:latin typeface="Times New Roman"/>
              <a:cs typeface="Times New Roman"/>
            </a:endParaRPr>
          </a:p>
        </p:txBody>
      </p:sp>
      <p:pic>
        <p:nvPicPr>
          <p:cNvPr id="4" name="Picture 3" descr="AWS Direct Connect - GeeksforGeeks">
            <a:extLst>
              <a:ext uri="{FF2B5EF4-FFF2-40B4-BE49-F238E27FC236}">
                <a16:creationId xmlns:a16="http://schemas.microsoft.com/office/drawing/2014/main" id="{324FEDBC-4CC0-6B40-E90D-54E24E1FDEC9}"/>
              </a:ext>
            </a:extLst>
          </p:cNvPr>
          <p:cNvPicPr>
            <a:picLocks noChangeAspect="1"/>
          </p:cNvPicPr>
          <p:nvPr/>
        </p:nvPicPr>
        <p:blipFill>
          <a:blip r:embed="rId2"/>
          <a:stretch>
            <a:fillRect/>
          </a:stretch>
        </p:blipFill>
        <p:spPr>
          <a:xfrm>
            <a:off x="4273746" y="4279912"/>
            <a:ext cx="3427741" cy="2744098"/>
          </a:xfrm>
          <a:prstGeom prst="rect">
            <a:avLst/>
          </a:prstGeom>
        </p:spPr>
      </p:pic>
    </p:spTree>
    <p:extLst>
      <p:ext uri="{BB962C8B-B14F-4D97-AF65-F5344CB8AC3E}">
        <p14:creationId xmlns:p14="http://schemas.microsoft.com/office/powerpoint/2010/main" val="402617835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8B286-DABD-5FA9-A23D-99CD1F092296}"/>
              </a:ext>
            </a:extLst>
          </p:cNvPr>
          <p:cNvSpPr>
            <a:spLocks noGrp="1"/>
          </p:cNvSpPr>
          <p:nvPr>
            <p:ph type="title"/>
          </p:nvPr>
        </p:nvSpPr>
        <p:spPr/>
        <p:txBody>
          <a:bodyPr/>
          <a:lstStyle/>
          <a:p>
            <a:r>
              <a:rPr lang="en-US"/>
              <a:t>Cloud interconnect</a:t>
            </a:r>
          </a:p>
        </p:txBody>
      </p:sp>
      <p:sp>
        <p:nvSpPr>
          <p:cNvPr id="3" name="Content Placeholder 2">
            <a:extLst>
              <a:ext uri="{FF2B5EF4-FFF2-40B4-BE49-F238E27FC236}">
                <a16:creationId xmlns:a16="http://schemas.microsoft.com/office/drawing/2014/main" id="{AD22F7D8-BAEB-2996-5FCF-8163AAF5DAF2}"/>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Cloud Interconnect provides a direct, private, and high-bandwidth connection between your on-premises network and Google Cloud, enhancing performance, security, and reliability for cloud networking solutions. It allows you to extend your network to Google's network, enabling efficient data transfer and hybrid cloud operations. </a:t>
            </a:r>
            <a:endParaRPr lang="en-US">
              <a:latin typeface="Times New Roman"/>
              <a:cs typeface="Times New Roman"/>
            </a:endParaRPr>
          </a:p>
        </p:txBody>
      </p:sp>
    </p:spTree>
    <p:extLst>
      <p:ext uri="{BB962C8B-B14F-4D97-AF65-F5344CB8AC3E}">
        <p14:creationId xmlns:p14="http://schemas.microsoft.com/office/powerpoint/2010/main" val="368822269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005B4-3A1D-CEE9-4907-F56FB9924FBC}"/>
              </a:ext>
            </a:extLst>
          </p:cNvPr>
          <p:cNvSpPr>
            <a:spLocks noGrp="1"/>
          </p:cNvSpPr>
          <p:nvPr>
            <p:ph type="title"/>
          </p:nvPr>
        </p:nvSpPr>
        <p:spPr/>
        <p:txBody>
          <a:bodyPr/>
          <a:lstStyle/>
          <a:p>
            <a:r>
              <a:rPr lang="en-US"/>
              <a:t>Physical interconnect</a:t>
            </a:r>
          </a:p>
        </p:txBody>
      </p:sp>
      <p:sp>
        <p:nvSpPr>
          <p:cNvPr id="3" name="Content Placeholder 2">
            <a:extLst>
              <a:ext uri="{FF2B5EF4-FFF2-40B4-BE49-F238E27FC236}">
                <a16:creationId xmlns:a16="http://schemas.microsoft.com/office/drawing/2014/main" id="{B90720EE-625A-66EE-39A7-DB2E7A5864AA}"/>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Times New Roman"/>
              </a:rPr>
              <a:t>Category 5 cable</a:t>
            </a:r>
            <a:r>
              <a:rPr lang="en-US">
                <a:latin typeface="Times New Roman"/>
                <a:ea typeface="+mn-lt"/>
                <a:cs typeface="Times New Roman"/>
              </a:rPr>
              <a:t> (</a:t>
            </a:r>
            <a:r>
              <a:rPr lang="en-US" b="1">
                <a:latin typeface="Times New Roman"/>
                <a:ea typeface="+mn-lt"/>
                <a:cs typeface="Times New Roman"/>
              </a:rPr>
              <a:t>Cat 5</a:t>
            </a:r>
            <a:r>
              <a:rPr lang="en-US">
                <a:latin typeface="Times New Roman"/>
                <a:ea typeface="+mn-lt"/>
                <a:cs typeface="Times New Roman"/>
              </a:rPr>
              <a:t>) is a twisted pair cable for computer networks. Since 2001, the variant commonly in use is the </a:t>
            </a:r>
            <a:r>
              <a:rPr lang="en-US" b="1">
                <a:latin typeface="Times New Roman"/>
                <a:ea typeface="+mn-lt"/>
                <a:cs typeface="Times New Roman"/>
              </a:rPr>
              <a:t>Category 5e</a:t>
            </a:r>
            <a:r>
              <a:rPr lang="en-US">
                <a:latin typeface="Times New Roman"/>
                <a:ea typeface="+mn-lt"/>
                <a:cs typeface="Times New Roman"/>
              </a:rPr>
              <a:t> specification (</a:t>
            </a:r>
            <a:r>
              <a:rPr lang="en-US" b="1">
                <a:latin typeface="Times New Roman"/>
                <a:ea typeface="+mn-lt"/>
                <a:cs typeface="Times New Roman"/>
              </a:rPr>
              <a:t>Cat 5e</a:t>
            </a:r>
            <a:r>
              <a:rPr lang="en-US">
                <a:latin typeface="Times New Roman"/>
                <a:ea typeface="+mn-lt"/>
                <a:cs typeface="Times New Roman"/>
              </a:rPr>
              <a:t>). The cable standard provides performance of up to 100 MHz and is suitable for most varieties of Ethernet over twisted pair up to 2.5Gb but more commonly runs at 1000(Gigabit Ethernet) speeds. Cat 5 is also used to carry other signals such as telephone and video.</a:t>
            </a:r>
            <a:endParaRPr lang="en-US">
              <a:latin typeface="Times New Roman"/>
              <a:cs typeface="Times New Roman"/>
            </a:endParaRPr>
          </a:p>
        </p:txBody>
      </p:sp>
      <p:pic>
        <p:nvPicPr>
          <p:cNvPr id="4" name="Picture 3" descr="cat5 cable from www.amazon.in">
            <a:extLst>
              <a:ext uri="{FF2B5EF4-FFF2-40B4-BE49-F238E27FC236}">
                <a16:creationId xmlns:a16="http://schemas.microsoft.com/office/drawing/2014/main" id="{5C55D236-8B59-816C-C942-AAFC17906E29}"/>
              </a:ext>
            </a:extLst>
          </p:cNvPr>
          <p:cNvPicPr>
            <a:picLocks noChangeAspect="1"/>
          </p:cNvPicPr>
          <p:nvPr/>
        </p:nvPicPr>
        <p:blipFill>
          <a:blip r:embed="rId2"/>
          <a:stretch>
            <a:fillRect/>
          </a:stretch>
        </p:blipFill>
        <p:spPr>
          <a:xfrm>
            <a:off x="9462998" y="251783"/>
            <a:ext cx="2381250" cy="1581150"/>
          </a:xfrm>
          <a:prstGeom prst="rect">
            <a:avLst/>
          </a:prstGeom>
        </p:spPr>
      </p:pic>
    </p:spTree>
    <p:extLst>
      <p:ext uri="{BB962C8B-B14F-4D97-AF65-F5344CB8AC3E}">
        <p14:creationId xmlns:p14="http://schemas.microsoft.com/office/powerpoint/2010/main" val="282391672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AC3F1-DE34-49DB-3E1A-0A4173800CAF}"/>
              </a:ext>
            </a:extLst>
          </p:cNvPr>
          <p:cNvSpPr>
            <a:spLocks noGrp="1"/>
          </p:cNvSpPr>
          <p:nvPr>
            <p:ph type="title"/>
          </p:nvPr>
        </p:nvSpPr>
        <p:spPr/>
        <p:txBody>
          <a:bodyPr/>
          <a:lstStyle/>
          <a:p>
            <a:r>
              <a:rPr lang="en-US"/>
              <a:t>CAT6</a:t>
            </a:r>
          </a:p>
        </p:txBody>
      </p:sp>
      <p:sp>
        <p:nvSpPr>
          <p:cNvPr id="3" name="Content Placeholder 2">
            <a:extLst>
              <a:ext uri="{FF2B5EF4-FFF2-40B4-BE49-F238E27FC236}">
                <a16:creationId xmlns:a16="http://schemas.microsoft.com/office/drawing/2014/main" id="{565596A0-3C2E-53D9-5A98-D7D2313A9061}"/>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Category 6 cable</a:t>
            </a:r>
            <a:r>
              <a:rPr lang="en-US">
                <a:latin typeface="Times New Roman"/>
                <a:ea typeface="+mn-lt"/>
                <a:cs typeface="+mn-lt"/>
              </a:rPr>
              <a:t> (</a:t>
            </a:r>
            <a:r>
              <a:rPr lang="en-US" b="1">
                <a:latin typeface="Times New Roman"/>
                <a:ea typeface="+mn-lt"/>
                <a:cs typeface="+mn-lt"/>
              </a:rPr>
              <a:t>Cat 6</a:t>
            </a:r>
            <a:r>
              <a:rPr lang="en-US">
                <a:latin typeface="Times New Roman"/>
                <a:ea typeface="+mn-lt"/>
                <a:cs typeface="+mn-lt"/>
              </a:rPr>
              <a:t>) is a standardized twisted pair cable for Ethernet and other network physical layers that is backward compatible with the Category 5/5e and Category 3 cable standards.</a:t>
            </a:r>
            <a:endParaRPr lang="en-US">
              <a:latin typeface="Times New Roman"/>
              <a:cs typeface="Times New Roman"/>
            </a:endParaRPr>
          </a:p>
          <a:p>
            <a:r>
              <a:rPr lang="en-US">
                <a:latin typeface="Times New Roman"/>
                <a:ea typeface="+mn-lt"/>
                <a:cs typeface="+mn-lt"/>
              </a:rPr>
              <a:t>Cat 6 must meet more stringent specifications for crosstalk and system noise than Cat 5 and Cat 5e. The cable standard specifies performance of up to 250 MHz, compared to 100 MHz for Cat 5 and Cat 5e.</a:t>
            </a:r>
            <a:r>
              <a:rPr lang="en-US" baseline="30000">
                <a:latin typeface="Times New Roman"/>
                <a:ea typeface="+mn-lt"/>
                <a:cs typeface="+mn-lt"/>
                <a:hlinkClick r:id="rId2">
                  <a:extLst>
                    <a:ext uri="{A12FA001-AC4F-418D-AE19-62706E023703}">
                      <ahyp:hlinkClr xmlns:ahyp="http://schemas.microsoft.com/office/drawing/2018/hyperlinkcolor" val="tx"/>
                    </a:ext>
                  </a:extLst>
                </a:hlinkClick>
              </a:rPr>
              <a:t>[1]</a:t>
            </a:r>
            <a:endParaRPr lang="en-US">
              <a:latin typeface="Times New Roman"/>
              <a:cs typeface="Times New Roman"/>
              <a:hlinkClick r:id="" action="ppaction://noaction">
                <a:extLst>
                  <a:ext uri="{A12FA001-AC4F-418D-AE19-62706E023703}">
                    <ahyp:hlinkClr xmlns:ahyp="http://schemas.microsoft.com/office/drawing/2018/hyperlinkcolor" val="tx"/>
                  </a:ext>
                </a:extLst>
              </a:hlinkClick>
            </a:endParaRPr>
          </a:p>
          <a:p>
            <a:endParaRPr lang="en-US">
              <a:latin typeface="Times New Roman"/>
              <a:cs typeface="Times New Roman"/>
            </a:endParaRPr>
          </a:p>
        </p:txBody>
      </p:sp>
      <p:pic>
        <p:nvPicPr>
          <p:cNvPr id="5" name="Picture 4" descr="A green cable on a white background&#10;&#10;AI-generated content may be incorrect.">
            <a:extLst>
              <a:ext uri="{FF2B5EF4-FFF2-40B4-BE49-F238E27FC236}">
                <a16:creationId xmlns:a16="http://schemas.microsoft.com/office/drawing/2014/main" id="{7A28BD5A-DE58-61D9-C7DE-B6B520A86A4E}"/>
              </a:ext>
            </a:extLst>
          </p:cNvPr>
          <p:cNvPicPr>
            <a:picLocks noChangeAspect="1"/>
          </p:cNvPicPr>
          <p:nvPr/>
        </p:nvPicPr>
        <p:blipFill>
          <a:blip r:embed="rId3"/>
          <a:stretch>
            <a:fillRect/>
          </a:stretch>
        </p:blipFill>
        <p:spPr>
          <a:xfrm>
            <a:off x="9808054" y="151142"/>
            <a:ext cx="2381250" cy="1581150"/>
          </a:xfrm>
          <a:prstGeom prst="rect">
            <a:avLst/>
          </a:prstGeom>
        </p:spPr>
      </p:pic>
    </p:spTree>
    <p:extLst>
      <p:ext uri="{BB962C8B-B14F-4D97-AF65-F5344CB8AC3E}">
        <p14:creationId xmlns:p14="http://schemas.microsoft.com/office/powerpoint/2010/main" val="25239504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C5851-B283-8AE9-EEAE-8C822F856410}"/>
              </a:ext>
            </a:extLst>
          </p:cNvPr>
          <p:cNvSpPr>
            <a:spLocks noGrp="1"/>
          </p:cNvSpPr>
          <p:nvPr>
            <p:ph type="title"/>
          </p:nvPr>
        </p:nvSpPr>
        <p:spPr/>
        <p:txBody>
          <a:bodyPr/>
          <a:lstStyle/>
          <a:p>
            <a:r>
              <a:rPr lang="en-US"/>
              <a:t>CAT7</a:t>
            </a:r>
          </a:p>
        </p:txBody>
      </p:sp>
      <p:sp>
        <p:nvSpPr>
          <p:cNvPr id="3" name="Content Placeholder 2">
            <a:extLst>
              <a:ext uri="{FF2B5EF4-FFF2-40B4-BE49-F238E27FC236}">
                <a16:creationId xmlns:a16="http://schemas.microsoft.com/office/drawing/2014/main" id="{B3D19A0B-F669-6135-6BA6-900FFD481B58}"/>
              </a:ext>
            </a:extLst>
          </p:cNvPr>
          <p:cNvSpPr>
            <a:spLocks noGrp="1"/>
          </p:cNvSpPr>
          <p:nvPr>
            <p:ph idx="1"/>
          </p:nvPr>
        </p:nvSpPr>
        <p:spPr/>
        <p:txBody>
          <a:bodyPr vert="horz" lIns="91440" tIns="45720" rIns="91440" bIns="45720" rtlCol="0" anchor="t">
            <a:normAutofit/>
          </a:bodyPr>
          <a:lstStyle/>
          <a:p>
            <a:r>
              <a:rPr lang="en-US">
                <a:latin typeface="Times New Roman"/>
                <a:ea typeface="Roboto"/>
                <a:cs typeface="Roboto"/>
              </a:rPr>
              <a:t>Category 7 cable (</a:t>
            </a:r>
            <a:r>
              <a:rPr lang="en-US" b="1">
                <a:latin typeface="Times New Roman"/>
                <a:ea typeface="Roboto"/>
                <a:cs typeface="Roboto"/>
              </a:rPr>
              <a:t>Cat 7 cable</a:t>
            </a:r>
            <a:r>
              <a:rPr lang="en-US">
                <a:latin typeface="Times New Roman"/>
                <a:ea typeface="Roboto"/>
                <a:cs typeface="Roboto"/>
              </a:rPr>
              <a:t>) is a shielded twisted pair cable that is used in high-speed Ethernet-based computer networks of 1 Gbps or higher between directly connected servers, switches, and computer networks. The ISO/IEC 11801:2002 Class F specification defines and specifies it. </a:t>
            </a:r>
            <a:r>
              <a:rPr lang="en-US" b="1">
                <a:latin typeface="Times New Roman"/>
                <a:ea typeface="Roboto"/>
                <a:cs typeface="Roboto"/>
              </a:rPr>
              <a:t>Cat7 cable ethernet cable types and speeds</a:t>
            </a:r>
            <a:r>
              <a:rPr lang="en-US">
                <a:latin typeface="Times New Roman"/>
                <a:ea typeface="Roboto"/>
                <a:cs typeface="Roboto"/>
              </a:rPr>
              <a:t> are backward compatible with Cat 6, Cat 5/e cabling standards, and Cat5/e equipment.</a:t>
            </a:r>
            <a:endParaRPr lang="en-US">
              <a:latin typeface="Times New Roman"/>
              <a:cs typeface="Times New Roman"/>
            </a:endParaRPr>
          </a:p>
        </p:txBody>
      </p:sp>
      <p:pic>
        <p:nvPicPr>
          <p:cNvPr id="4" name="Picture 3" descr="A diagram of a cable&#10;&#10;AI-generated content may be incorrect.">
            <a:extLst>
              <a:ext uri="{FF2B5EF4-FFF2-40B4-BE49-F238E27FC236}">
                <a16:creationId xmlns:a16="http://schemas.microsoft.com/office/drawing/2014/main" id="{8DC816DF-8BA4-D61D-49BC-A4C194AF79CB}"/>
              </a:ext>
            </a:extLst>
          </p:cNvPr>
          <p:cNvPicPr>
            <a:picLocks noChangeAspect="1"/>
          </p:cNvPicPr>
          <p:nvPr/>
        </p:nvPicPr>
        <p:blipFill>
          <a:blip r:embed="rId2"/>
          <a:stretch>
            <a:fillRect/>
          </a:stretch>
        </p:blipFill>
        <p:spPr>
          <a:xfrm flipV="1">
            <a:off x="7808669" y="615911"/>
            <a:ext cx="1313661" cy="1339514"/>
          </a:xfrm>
          <a:prstGeom prst="rect">
            <a:avLst/>
          </a:prstGeom>
        </p:spPr>
      </p:pic>
    </p:spTree>
    <p:extLst>
      <p:ext uri="{BB962C8B-B14F-4D97-AF65-F5344CB8AC3E}">
        <p14:creationId xmlns:p14="http://schemas.microsoft.com/office/powerpoint/2010/main" val="281166989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B0210-1B8A-2968-FCA6-31358F7814FC}"/>
              </a:ext>
            </a:extLst>
          </p:cNvPr>
          <p:cNvSpPr>
            <a:spLocks noGrp="1"/>
          </p:cNvSpPr>
          <p:nvPr>
            <p:ph type="title"/>
          </p:nvPr>
        </p:nvSpPr>
        <p:spPr/>
        <p:txBody>
          <a:bodyPr/>
          <a:lstStyle/>
          <a:p>
            <a:r>
              <a:rPr lang="en-US"/>
              <a:t>RJ45 </a:t>
            </a:r>
          </a:p>
        </p:txBody>
      </p:sp>
      <p:sp>
        <p:nvSpPr>
          <p:cNvPr id="3" name="Content Placeholder 2">
            <a:extLst>
              <a:ext uri="{FF2B5EF4-FFF2-40B4-BE49-F238E27FC236}">
                <a16:creationId xmlns:a16="http://schemas.microsoft.com/office/drawing/2014/main" id="{17994282-3398-D088-F46E-F3EE4F93A74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The eight-pin RJ45 connector is a </a:t>
            </a:r>
            <a:r>
              <a:rPr lang="en-US" err="1">
                <a:latin typeface="Times New Roman"/>
                <a:ea typeface="+mn-lt"/>
                <a:cs typeface="+mn-lt"/>
              </a:rPr>
              <a:t>standardised</a:t>
            </a:r>
            <a:r>
              <a:rPr lang="en-US">
                <a:latin typeface="Times New Roman"/>
                <a:ea typeface="+mn-lt"/>
                <a:cs typeface="+mn-lt"/>
              </a:rPr>
              <a:t> interface which often connects a computer to a Local Area Network (LAN). This type of connector was originally developed for telephone communications but is now used in a range of applications. The abbreviation, RJ45, stands for Registered Jack-45.</a:t>
            </a:r>
            <a:endParaRPr lang="en-US">
              <a:latin typeface="Times New Roman"/>
              <a:cs typeface="Times New Roman"/>
            </a:endParaRPr>
          </a:p>
        </p:txBody>
      </p:sp>
      <p:pic>
        <p:nvPicPr>
          <p:cNvPr id="4" name="Picture 3" descr="How to Make a Cat6 Patch Ethernet Cable | Warehouse Cables">
            <a:extLst>
              <a:ext uri="{FF2B5EF4-FFF2-40B4-BE49-F238E27FC236}">
                <a16:creationId xmlns:a16="http://schemas.microsoft.com/office/drawing/2014/main" id="{FCBCF4AD-9686-82BE-6DD2-237A43484140}"/>
              </a:ext>
            </a:extLst>
          </p:cNvPr>
          <p:cNvPicPr>
            <a:picLocks noChangeAspect="1"/>
          </p:cNvPicPr>
          <p:nvPr/>
        </p:nvPicPr>
        <p:blipFill>
          <a:blip r:embed="rId2"/>
          <a:stretch>
            <a:fillRect/>
          </a:stretch>
        </p:blipFill>
        <p:spPr>
          <a:xfrm>
            <a:off x="7112517" y="4151194"/>
            <a:ext cx="4008406" cy="2622929"/>
          </a:xfrm>
          <a:prstGeom prst="rect">
            <a:avLst/>
          </a:prstGeom>
        </p:spPr>
      </p:pic>
    </p:spTree>
    <p:extLst>
      <p:ext uri="{BB962C8B-B14F-4D97-AF65-F5344CB8AC3E}">
        <p14:creationId xmlns:p14="http://schemas.microsoft.com/office/powerpoint/2010/main" val="21843954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6616C-4373-096A-474E-F111EC73E0D9}"/>
              </a:ext>
            </a:extLst>
          </p:cNvPr>
          <p:cNvSpPr>
            <a:spLocks noGrp="1"/>
          </p:cNvSpPr>
          <p:nvPr>
            <p:ph type="title"/>
          </p:nvPr>
        </p:nvSpPr>
        <p:spPr/>
        <p:txBody>
          <a:bodyPr/>
          <a:lstStyle/>
          <a:p>
            <a:r>
              <a:rPr lang="en-US"/>
              <a:t>RJ11</a:t>
            </a:r>
          </a:p>
        </p:txBody>
      </p:sp>
      <p:sp>
        <p:nvSpPr>
          <p:cNvPr id="3" name="Content Placeholder 2">
            <a:extLst>
              <a:ext uri="{FF2B5EF4-FFF2-40B4-BE49-F238E27FC236}">
                <a16:creationId xmlns:a16="http://schemas.microsoft.com/office/drawing/2014/main" id="{1AFE43A9-C9AC-A5AB-CE50-1DE5B5EE6CBA}"/>
              </a:ext>
            </a:extLst>
          </p:cNvPr>
          <p:cNvSpPr>
            <a:spLocks noGrp="1"/>
          </p:cNvSpPr>
          <p:nvPr>
            <p:ph idx="1"/>
          </p:nvPr>
        </p:nvSpPr>
        <p:spPr/>
        <p:txBody>
          <a:bodyPr vert="horz" lIns="91440" tIns="45720" rIns="91440" bIns="45720" rtlCol="0" anchor="t">
            <a:normAutofit/>
          </a:bodyPr>
          <a:lstStyle/>
          <a:p>
            <a:r>
              <a:rPr lang="en-US" b="1">
                <a:latin typeface="Times New Roman"/>
                <a:ea typeface="+mn-lt"/>
                <a:cs typeface="+mn-lt"/>
              </a:rPr>
              <a:t>RJ11</a:t>
            </a:r>
            <a:r>
              <a:rPr lang="en-US">
                <a:latin typeface="Times New Roman"/>
                <a:ea typeface="+mn-lt"/>
                <a:cs typeface="+mn-lt"/>
              </a:rPr>
              <a:t>, </a:t>
            </a:r>
            <a:r>
              <a:rPr lang="en-US" b="1">
                <a:latin typeface="Times New Roman"/>
                <a:ea typeface="+mn-lt"/>
                <a:cs typeface="+mn-lt"/>
              </a:rPr>
              <a:t>RJ14</a:t>
            </a:r>
            <a:r>
              <a:rPr lang="en-US">
                <a:latin typeface="Times New Roman"/>
                <a:ea typeface="+mn-lt"/>
                <a:cs typeface="+mn-lt"/>
              </a:rPr>
              <a:t>, and </a:t>
            </a:r>
            <a:r>
              <a:rPr lang="en-US" b="1">
                <a:latin typeface="Times New Roman"/>
                <a:ea typeface="+mn-lt"/>
                <a:cs typeface="+mn-lt"/>
              </a:rPr>
              <a:t>RJ25</a:t>
            </a:r>
            <a:r>
              <a:rPr lang="en-US">
                <a:latin typeface="Times New Roman"/>
                <a:ea typeface="+mn-lt"/>
                <a:cs typeface="+mn-lt"/>
              </a:rPr>
              <a:t> are the most commonly used interfaces for telephone connections for one-, two-, and three-line service, respectively. Although these standards are legal definitions in the United States, some interfaces are used worldwide.</a:t>
            </a:r>
            <a:endParaRPr lang="en-US">
              <a:latin typeface="Times New Roman"/>
              <a:cs typeface="Times New Roman"/>
            </a:endParaRPr>
          </a:p>
        </p:txBody>
      </p:sp>
    </p:spTree>
    <p:extLst>
      <p:ext uri="{BB962C8B-B14F-4D97-AF65-F5344CB8AC3E}">
        <p14:creationId xmlns:p14="http://schemas.microsoft.com/office/powerpoint/2010/main" val="403422199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E82D-6B46-7DE8-B2BD-CF65E63CA217}"/>
              </a:ext>
            </a:extLst>
          </p:cNvPr>
          <p:cNvSpPr>
            <a:spLocks noGrp="1"/>
          </p:cNvSpPr>
          <p:nvPr>
            <p:ph type="title"/>
          </p:nvPr>
        </p:nvSpPr>
        <p:spPr/>
        <p:txBody>
          <a:bodyPr/>
          <a:lstStyle/>
          <a:p>
            <a:r>
              <a:rPr lang="en-US"/>
              <a:t>Fiber SMF</a:t>
            </a:r>
          </a:p>
        </p:txBody>
      </p:sp>
      <p:sp>
        <p:nvSpPr>
          <p:cNvPr id="3" name="Content Placeholder 2">
            <a:extLst>
              <a:ext uri="{FF2B5EF4-FFF2-40B4-BE49-F238E27FC236}">
                <a16:creationId xmlns:a16="http://schemas.microsoft.com/office/drawing/2014/main" id="{7EE19662-B4CE-9D6B-0487-7ECAD99F0C49}"/>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Single-Mode Fiber, is a type of optical fiber designed to carry only a single mode of light, enabling long-distance, high-bandwidth data transmission with minimal signal loss. This is achieved by using a very narrow core (typically 8 to 10.5 </a:t>
            </a:r>
            <a:r>
              <a:rPr lang="en-US" err="1">
                <a:latin typeface="Times New Roman"/>
                <a:ea typeface="+mn-lt"/>
                <a:cs typeface="+mn-lt"/>
              </a:rPr>
              <a:t>μm</a:t>
            </a:r>
            <a:r>
              <a:rPr lang="en-US">
                <a:latin typeface="Times New Roman"/>
                <a:ea typeface="+mn-lt"/>
                <a:cs typeface="+mn-lt"/>
              </a:rPr>
              <a:t>) that restricts light to a single path. </a:t>
            </a:r>
            <a:endParaRPr lang="en-US">
              <a:latin typeface="Times New Roman"/>
              <a:cs typeface="Times New Roman"/>
            </a:endParaRPr>
          </a:p>
        </p:txBody>
      </p:sp>
      <p:pic>
        <p:nvPicPr>
          <p:cNvPr id="4" name="Picture 3" descr="Single-Mode Optical Fiber | GeeksforGeeks">
            <a:extLst>
              <a:ext uri="{FF2B5EF4-FFF2-40B4-BE49-F238E27FC236}">
                <a16:creationId xmlns:a16="http://schemas.microsoft.com/office/drawing/2014/main" id="{6E80123B-0E43-C73D-4CDE-1EAF6662144A}"/>
              </a:ext>
            </a:extLst>
          </p:cNvPr>
          <p:cNvPicPr>
            <a:picLocks noChangeAspect="1"/>
          </p:cNvPicPr>
          <p:nvPr/>
        </p:nvPicPr>
        <p:blipFill>
          <a:blip r:embed="rId2"/>
          <a:stretch>
            <a:fillRect/>
          </a:stretch>
        </p:blipFill>
        <p:spPr>
          <a:xfrm>
            <a:off x="6999362" y="3756887"/>
            <a:ext cx="2967666" cy="2441994"/>
          </a:xfrm>
          <a:prstGeom prst="rect">
            <a:avLst/>
          </a:prstGeom>
        </p:spPr>
      </p:pic>
    </p:spTree>
    <p:extLst>
      <p:ext uri="{BB962C8B-B14F-4D97-AF65-F5344CB8AC3E}">
        <p14:creationId xmlns:p14="http://schemas.microsoft.com/office/powerpoint/2010/main" val="354441379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BC02C-F288-ED08-725F-C0A911AC5971}"/>
              </a:ext>
            </a:extLst>
          </p:cNvPr>
          <p:cNvSpPr>
            <a:spLocks noGrp="1"/>
          </p:cNvSpPr>
          <p:nvPr>
            <p:ph type="title"/>
          </p:nvPr>
        </p:nvSpPr>
        <p:spPr/>
        <p:txBody>
          <a:bodyPr/>
          <a:lstStyle/>
          <a:p>
            <a:r>
              <a:rPr lang="en-US"/>
              <a:t>MMF </a:t>
            </a:r>
          </a:p>
        </p:txBody>
      </p:sp>
      <p:sp>
        <p:nvSpPr>
          <p:cNvPr id="3" name="Content Placeholder 2">
            <a:extLst>
              <a:ext uri="{FF2B5EF4-FFF2-40B4-BE49-F238E27FC236}">
                <a16:creationId xmlns:a16="http://schemas.microsoft.com/office/drawing/2014/main" id="{BAF009A4-C8E6-3955-A52C-ACAA0BC3D26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Multimode fiber (MMF) is a type of optical fiber, characterized by its larger core diameter that allows multiple light modes to propagate, making it suitable for short-distance data transmission. It's commonly used in local area networks (LANs), data centers, and other applications where distances are relatively short. </a:t>
            </a:r>
            <a:endParaRPr lang="en-US">
              <a:latin typeface="Times New Roman"/>
              <a:cs typeface="Times New Roman"/>
            </a:endParaRPr>
          </a:p>
        </p:txBody>
      </p:sp>
      <p:pic>
        <p:nvPicPr>
          <p:cNvPr id="4" name="Picture 3" descr="Comparison Between MMF and SMF Optical Cables | by Orenda ...">
            <a:extLst>
              <a:ext uri="{FF2B5EF4-FFF2-40B4-BE49-F238E27FC236}">
                <a16:creationId xmlns:a16="http://schemas.microsoft.com/office/drawing/2014/main" id="{9316FA3C-35B1-B89E-9BEB-E3139B769D2B}"/>
              </a:ext>
            </a:extLst>
          </p:cNvPr>
          <p:cNvPicPr>
            <a:picLocks noChangeAspect="1"/>
          </p:cNvPicPr>
          <p:nvPr/>
        </p:nvPicPr>
        <p:blipFill>
          <a:blip r:embed="rId2"/>
          <a:stretch>
            <a:fillRect/>
          </a:stretch>
        </p:blipFill>
        <p:spPr>
          <a:xfrm>
            <a:off x="4876383" y="4000416"/>
            <a:ext cx="2719972" cy="2159167"/>
          </a:xfrm>
          <a:prstGeom prst="rect">
            <a:avLst/>
          </a:prstGeom>
        </p:spPr>
      </p:pic>
    </p:spTree>
    <p:extLst>
      <p:ext uri="{BB962C8B-B14F-4D97-AF65-F5344CB8AC3E}">
        <p14:creationId xmlns:p14="http://schemas.microsoft.com/office/powerpoint/2010/main" val="206463747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54A6-793C-205E-429E-2162F9EE2981}"/>
              </a:ext>
            </a:extLst>
          </p:cNvPr>
          <p:cNvSpPr>
            <a:spLocks noGrp="1"/>
          </p:cNvSpPr>
          <p:nvPr>
            <p:ph type="title"/>
          </p:nvPr>
        </p:nvSpPr>
        <p:spPr/>
        <p:txBody>
          <a:bodyPr/>
          <a:lstStyle/>
          <a:p>
            <a:r>
              <a:rPr lang="en-US"/>
              <a:t>SPF</a:t>
            </a:r>
          </a:p>
        </p:txBody>
      </p:sp>
      <p:sp>
        <p:nvSpPr>
          <p:cNvPr id="3" name="Content Placeholder 2">
            <a:extLst>
              <a:ext uri="{FF2B5EF4-FFF2-40B4-BE49-F238E27FC236}">
                <a16:creationId xmlns:a16="http://schemas.microsoft.com/office/drawing/2014/main" id="{45165D7A-9A85-8CEE-8AE5-A36CB9928692}"/>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Small Form-factor Pluggable (SFP) is a compact, hot-pluggable network interface module format used for both telecommunication and data communications applications. An SFP interface on networking hardware is a modular slot for a media-specific transceiver, such as for a fiber-optic cable or a copper cable.</a:t>
            </a:r>
            <a:endParaRPr lang="en-US">
              <a:latin typeface="Times New Roman"/>
              <a:cs typeface="Times New Roman"/>
            </a:endParaRPr>
          </a:p>
        </p:txBody>
      </p:sp>
      <p:pic>
        <p:nvPicPr>
          <p:cNvPr id="4" name="Picture 3" descr="Small Form-factor Pluggable - Wikipedia">
            <a:extLst>
              <a:ext uri="{FF2B5EF4-FFF2-40B4-BE49-F238E27FC236}">
                <a16:creationId xmlns:a16="http://schemas.microsoft.com/office/drawing/2014/main" id="{8DEC2852-F8D3-28AE-E43A-CBA254FA12D3}"/>
              </a:ext>
            </a:extLst>
          </p:cNvPr>
          <p:cNvPicPr>
            <a:picLocks noChangeAspect="1"/>
          </p:cNvPicPr>
          <p:nvPr/>
        </p:nvPicPr>
        <p:blipFill>
          <a:blip r:embed="rId2"/>
          <a:stretch>
            <a:fillRect/>
          </a:stretch>
        </p:blipFill>
        <p:spPr>
          <a:xfrm>
            <a:off x="3731831" y="4147752"/>
            <a:ext cx="3614647" cy="2887872"/>
          </a:xfrm>
          <a:prstGeom prst="rect">
            <a:avLst/>
          </a:prstGeom>
        </p:spPr>
      </p:pic>
    </p:spTree>
    <p:extLst>
      <p:ext uri="{BB962C8B-B14F-4D97-AF65-F5344CB8AC3E}">
        <p14:creationId xmlns:p14="http://schemas.microsoft.com/office/powerpoint/2010/main" val="383173309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98BBD-FE10-F061-77DB-C3646AF849A3}"/>
              </a:ext>
            </a:extLst>
          </p:cNvPr>
          <p:cNvSpPr>
            <a:spLocks noGrp="1"/>
          </p:cNvSpPr>
          <p:nvPr>
            <p:ph type="title"/>
          </p:nvPr>
        </p:nvSpPr>
        <p:spPr/>
        <p:txBody>
          <a:bodyPr/>
          <a:lstStyle/>
          <a:p>
            <a:r>
              <a:rPr lang="en-US"/>
              <a:t>SPF+</a:t>
            </a:r>
          </a:p>
        </p:txBody>
      </p:sp>
      <p:sp>
        <p:nvSpPr>
          <p:cNvPr id="3" name="Content Placeholder 2">
            <a:extLst>
              <a:ext uri="{FF2B5EF4-FFF2-40B4-BE49-F238E27FC236}">
                <a16:creationId xmlns:a16="http://schemas.microsoft.com/office/drawing/2014/main" id="{DBF73656-8B66-05AB-BC0F-C8D1B1993AC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The SFP+ transceivers (10 gigabits enhanced small form-factor pluggable) are interchangeable compact fiber connectors. CWDM SFP+ transceivers provide the right tools for a single network device to connect to various types of fiber optic cables and distances.</a:t>
            </a:r>
          </a:p>
        </p:txBody>
      </p:sp>
    </p:spTree>
    <p:extLst>
      <p:ext uri="{BB962C8B-B14F-4D97-AF65-F5344CB8AC3E}">
        <p14:creationId xmlns:p14="http://schemas.microsoft.com/office/powerpoint/2010/main" val="379454341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9FDB-C5AE-8C2C-2DAB-D4B9AB2E8598}"/>
              </a:ext>
            </a:extLst>
          </p:cNvPr>
          <p:cNvSpPr>
            <a:spLocks noGrp="1"/>
          </p:cNvSpPr>
          <p:nvPr>
            <p:ph type="title"/>
          </p:nvPr>
        </p:nvSpPr>
        <p:spPr/>
        <p:txBody>
          <a:bodyPr/>
          <a:lstStyle/>
          <a:p>
            <a:r>
              <a:rPr lang="en-US"/>
              <a:t>LC connector</a:t>
            </a:r>
          </a:p>
        </p:txBody>
      </p:sp>
      <p:sp>
        <p:nvSpPr>
          <p:cNvPr id="3" name="Content Placeholder 2">
            <a:extLst>
              <a:ext uri="{FF2B5EF4-FFF2-40B4-BE49-F238E27FC236}">
                <a16:creationId xmlns:a16="http://schemas.microsoft.com/office/drawing/2014/main" id="{F5B0AAB2-4EBD-2D1C-B240-E495EA1E134C}"/>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LC connectors are small form factor fiber optic connectors designed for making fast connections in high-density applications. They are a miniaturized version of the earlier SC fiber connector (50% smaller) and feature a square plastic housing with a 1.25 mm ceramic ferrule.</a:t>
            </a:r>
          </a:p>
        </p:txBody>
      </p:sp>
      <p:pic>
        <p:nvPicPr>
          <p:cNvPr id="4" name="Picture 3" descr="What is a LC Connector? | Connector and Cable Assembly Supplier">
            <a:extLst>
              <a:ext uri="{FF2B5EF4-FFF2-40B4-BE49-F238E27FC236}">
                <a16:creationId xmlns:a16="http://schemas.microsoft.com/office/drawing/2014/main" id="{D004CA6A-9319-F950-2095-27060BBD84A2}"/>
              </a:ext>
            </a:extLst>
          </p:cNvPr>
          <p:cNvPicPr>
            <a:picLocks noChangeAspect="1"/>
          </p:cNvPicPr>
          <p:nvPr/>
        </p:nvPicPr>
        <p:blipFill>
          <a:blip r:embed="rId2"/>
          <a:stretch>
            <a:fillRect/>
          </a:stretch>
        </p:blipFill>
        <p:spPr>
          <a:xfrm>
            <a:off x="4748212" y="4018472"/>
            <a:ext cx="2695575" cy="1524000"/>
          </a:xfrm>
          <a:prstGeom prst="rect">
            <a:avLst/>
          </a:prstGeom>
        </p:spPr>
      </p:pic>
    </p:spTree>
    <p:extLst>
      <p:ext uri="{BB962C8B-B14F-4D97-AF65-F5344CB8AC3E}">
        <p14:creationId xmlns:p14="http://schemas.microsoft.com/office/powerpoint/2010/main" val="160382086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852CC-45EE-9DCD-5D78-FD0C088FD3D2}"/>
              </a:ext>
            </a:extLst>
          </p:cNvPr>
          <p:cNvSpPr>
            <a:spLocks noGrp="1"/>
          </p:cNvSpPr>
          <p:nvPr>
            <p:ph type="title"/>
          </p:nvPr>
        </p:nvSpPr>
        <p:spPr/>
        <p:txBody>
          <a:bodyPr/>
          <a:lstStyle/>
          <a:p>
            <a:r>
              <a:rPr lang="en-US"/>
              <a:t>SC connector</a:t>
            </a:r>
          </a:p>
        </p:txBody>
      </p:sp>
      <p:sp>
        <p:nvSpPr>
          <p:cNvPr id="3" name="Content Placeholder 2">
            <a:extLst>
              <a:ext uri="{FF2B5EF4-FFF2-40B4-BE49-F238E27FC236}">
                <a16:creationId xmlns:a16="http://schemas.microsoft.com/office/drawing/2014/main" id="{57417FF4-3D99-3568-C71E-F6721DAE95D4}"/>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SC connectors (AKA: Subscriber, Square, or Standard connectors) use a push-pull design but utilize a locking tab to secure the cable. SC is the most common fiber optic connector in use today and is typical for datacom and telecom applications.</a:t>
            </a:r>
          </a:p>
        </p:txBody>
      </p:sp>
      <p:pic>
        <p:nvPicPr>
          <p:cNvPr id="4" name="Picture 3" descr="Comparing SC and LC Fibre Optic Connectors | Blog | iTel ...">
            <a:extLst>
              <a:ext uri="{FF2B5EF4-FFF2-40B4-BE49-F238E27FC236}">
                <a16:creationId xmlns:a16="http://schemas.microsoft.com/office/drawing/2014/main" id="{C5769308-E4F7-D5FF-CDE6-DD097D6D15A8}"/>
              </a:ext>
            </a:extLst>
          </p:cNvPr>
          <p:cNvPicPr>
            <a:picLocks noChangeAspect="1"/>
          </p:cNvPicPr>
          <p:nvPr/>
        </p:nvPicPr>
        <p:blipFill>
          <a:blip r:embed="rId2"/>
          <a:stretch>
            <a:fillRect/>
          </a:stretch>
        </p:blipFill>
        <p:spPr>
          <a:xfrm>
            <a:off x="3308500" y="3657690"/>
            <a:ext cx="5057415" cy="2691261"/>
          </a:xfrm>
          <a:prstGeom prst="rect">
            <a:avLst/>
          </a:prstGeom>
        </p:spPr>
      </p:pic>
    </p:spTree>
    <p:extLst>
      <p:ext uri="{BB962C8B-B14F-4D97-AF65-F5344CB8AC3E}">
        <p14:creationId xmlns:p14="http://schemas.microsoft.com/office/powerpoint/2010/main" val="200674899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1E81-9ED2-B4D2-CCD8-6D01FF29EAAC}"/>
              </a:ext>
            </a:extLst>
          </p:cNvPr>
          <p:cNvSpPr>
            <a:spLocks noGrp="1"/>
          </p:cNvSpPr>
          <p:nvPr>
            <p:ph type="title"/>
          </p:nvPr>
        </p:nvSpPr>
        <p:spPr/>
        <p:txBody>
          <a:bodyPr/>
          <a:lstStyle/>
          <a:p>
            <a:r>
              <a:rPr lang="en-US"/>
              <a:t>ST connector</a:t>
            </a:r>
          </a:p>
        </p:txBody>
      </p:sp>
      <p:sp>
        <p:nvSpPr>
          <p:cNvPr id="3" name="Content Placeholder 2">
            <a:extLst>
              <a:ext uri="{FF2B5EF4-FFF2-40B4-BE49-F238E27FC236}">
                <a16:creationId xmlns:a16="http://schemas.microsoft.com/office/drawing/2014/main" id="{EA256BEE-9642-091B-48E2-EF985E6A0F6E}"/>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(Straight Tip connector) A fiber-optic cable connector that uses a bayonet plug and socket. It was the first de facto standard connector for most commercial wiring.</a:t>
            </a:r>
          </a:p>
          <a:p>
            <a:endParaRPr lang="en-US">
              <a:latin typeface="Times New Roman"/>
              <a:cs typeface="Times New Roman"/>
            </a:endParaRPr>
          </a:p>
        </p:txBody>
      </p:sp>
      <p:pic>
        <p:nvPicPr>
          <p:cNvPr id="4" name="Picture 3" descr="ST Connector | Timbercon">
            <a:extLst>
              <a:ext uri="{FF2B5EF4-FFF2-40B4-BE49-F238E27FC236}">
                <a16:creationId xmlns:a16="http://schemas.microsoft.com/office/drawing/2014/main" id="{D04EFD36-F2DB-EA8D-CA47-AC3491CF8B28}"/>
              </a:ext>
            </a:extLst>
          </p:cNvPr>
          <p:cNvPicPr>
            <a:picLocks noChangeAspect="1"/>
          </p:cNvPicPr>
          <p:nvPr/>
        </p:nvPicPr>
        <p:blipFill>
          <a:blip r:embed="rId2"/>
          <a:stretch>
            <a:fillRect/>
          </a:stretch>
        </p:blipFill>
        <p:spPr>
          <a:xfrm>
            <a:off x="5905304" y="3044507"/>
            <a:ext cx="5074308" cy="2962454"/>
          </a:xfrm>
          <a:prstGeom prst="rect">
            <a:avLst/>
          </a:prstGeom>
        </p:spPr>
      </p:pic>
    </p:spTree>
    <p:extLst>
      <p:ext uri="{BB962C8B-B14F-4D97-AF65-F5344CB8AC3E}">
        <p14:creationId xmlns:p14="http://schemas.microsoft.com/office/powerpoint/2010/main" val="192244159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267-571F-AC8B-9460-5BC0CBA848B2}"/>
              </a:ext>
            </a:extLst>
          </p:cNvPr>
          <p:cNvSpPr>
            <a:spLocks noGrp="1"/>
          </p:cNvSpPr>
          <p:nvPr>
            <p:ph type="title"/>
          </p:nvPr>
        </p:nvSpPr>
        <p:spPr/>
        <p:txBody>
          <a:bodyPr/>
          <a:lstStyle/>
          <a:p>
            <a:r>
              <a:rPr lang="en-US"/>
              <a:t>Interface issue</a:t>
            </a:r>
          </a:p>
        </p:txBody>
      </p:sp>
      <p:sp>
        <p:nvSpPr>
          <p:cNvPr id="3" name="Content Placeholder 2">
            <a:extLst>
              <a:ext uri="{FF2B5EF4-FFF2-40B4-BE49-F238E27FC236}">
                <a16:creationId xmlns:a16="http://schemas.microsoft.com/office/drawing/2014/main" id="{FB9F9814-43C0-C58D-652B-B36C3C0E5163}"/>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Network card issues, also known as Network Interface Card (NIC) issues, typically manifest as a computer's inability to connect to a network or the internet. These problems can stem from various sources, including physical connection problems, incorrect network settings, faulty network cards, or driver issues. Troubleshooting steps include checking physical connections, verifying network settings, updating or reinstalling drivers, and potentially resetting the network stack. </a:t>
            </a:r>
          </a:p>
        </p:txBody>
      </p:sp>
      <p:pic>
        <p:nvPicPr>
          <p:cNvPr id="4" name="Picture 3" descr="Network Adapter Not Working? 12 Things to Try">
            <a:extLst>
              <a:ext uri="{FF2B5EF4-FFF2-40B4-BE49-F238E27FC236}">
                <a16:creationId xmlns:a16="http://schemas.microsoft.com/office/drawing/2014/main" id="{B37B2FE5-488B-BA33-E046-E2CEEDA9438C}"/>
              </a:ext>
            </a:extLst>
          </p:cNvPr>
          <p:cNvPicPr>
            <a:picLocks noChangeAspect="1"/>
          </p:cNvPicPr>
          <p:nvPr/>
        </p:nvPicPr>
        <p:blipFill>
          <a:blip r:embed="rId2"/>
          <a:stretch>
            <a:fillRect/>
          </a:stretch>
        </p:blipFill>
        <p:spPr>
          <a:xfrm>
            <a:off x="9910225" y="4946802"/>
            <a:ext cx="2277552" cy="1910210"/>
          </a:xfrm>
          <a:prstGeom prst="rect">
            <a:avLst/>
          </a:prstGeom>
        </p:spPr>
      </p:pic>
    </p:spTree>
    <p:extLst>
      <p:ext uri="{BB962C8B-B14F-4D97-AF65-F5344CB8AC3E}">
        <p14:creationId xmlns:p14="http://schemas.microsoft.com/office/powerpoint/2010/main" val="17323959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C11B-FAA7-F777-2862-F9E4DD76DCCE}"/>
              </a:ext>
            </a:extLst>
          </p:cNvPr>
          <p:cNvSpPr>
            <a:spLocks noGrp="1"/>
          </p:cNvSpPr>
          <p:nvPr>
            <p:ph type="title"/>
          </p:nvPr>
        </p:nvSpPr>
        <p:spPr/>
        <p:txBody>
          <a:bodyPr/>
          <a:lstStyle/>
          <a:p>
            <a:r>
              <a:rPr lang="en-US"/>
              <a:t>Cable issue</a:t>
            </a:r>
          </a:p>
        </p:txBody>
      </p:sp>
      <p:sp>
        <p:nvSpPr>
          <p:cNvPr id="3" name="Content Placeholder 2">
            <a:extLst>
              <a:ext uri="{FF2B5EF4-FFF2-40B4-BE49-F238E27FC236}">
                <a16:creationId xmlns:a16="http://schemas.microsoft.com/office/drawing/2014/main" id="{72336709-5D48-5D5B-8CE3-D30B0FEC2B49}"/>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Common network cable issues include physical damage, loose or faulty connections, interference, and maximum cable length being exceeded, leading to slow speeds, intermittent connections, or complete failure. Troubleshooting steps include visually inspecting the cable for damage, testing with another cable, restarting devices, and verifying proper connections. </a:t>
            </a:r>
          </a:p>
        </p:txBody>
      </p:sp>
      <p:pic>
        <p:nvPicPr>
          <p:cNvPr id="4" name="Picture 3" descr="Overcome Network Cable Stress With Steadfast VoIP Services">
            <a:extLst>
              <a:ext uri="{FF2B5EF4-FFF2-40B4-BE49-F238E27FC236}">
                <a16:creationId xmlns:a16="http://schemas.microsoft.com/office/drawing/2014/main" id="{6C3E6DBB-0E65-24AF-F3CB-AAAA2DFB0349}"/>
              </a:ext>
            </a:extLst>
          </p:cNvPr>
          <p:cNvPicPr>
            <a:picLocks noChangeAspect="1"/>
          </p:cNvPicPr>
          <p:nvPr/>
        </p:nvPicPr>
        <p:blipFill>
          <a:blip r:embed="rId2"/>
          <a:stretch>
            <a:fillRect/>
          </a:stretch>
        </p:blipFill>
        <p:spPr>
          <a:xfrm>
            <a:off x="2908266" y="4629208"/>
            <a:ext cx="2570445" cy="2020069"/>
          </a:xfrm>
          <a:prstGeom prst="rect">
            <a:avLst/>
          </a:prstGeom>
        </p:spPr>
      </p:pic>
    </p:spTree>
    <p:extLst>
      <p:ext uri="{BB962C8B-B14F-4D97-AF65-F5344CB8AC3E}">
        <p14:creationId xmlns:p14="http://schemas.microsoft.com/office/powerpoint/2010/main" val="66434002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5597D-154E-66D2-A7F0-CA23BFE2DDDA}"/>
              </a:ext>
            </a:extLst>
          </p:cNvPr>
          <p:cNvSpPr>
            <a:spLocks noGrp="1"/>
          </p:cNvSpPr>
          <p:nvPr>
            <p:ph type="title"/>
          </p:nvPr>
        </p:nvSpPr>
        <p:spPr/>
        <p:txBody>
          <a:bodyPr/>
          <a:lstStyle/>
          <a:p>
            <a:r>
              <a:rPr lang="en-US"/>
              <a:t>Network collision</a:t>
            </a:r>
          </a:p>
        </p:txBody>
      </p:sp>
      <p:sp>
        <p:nvSpPr>
          <p:cNvPr id="3" name="Content Placeholder 2">
            <a:extLst>
              <a:ext uri="{FF2B5EF4-FFF2-40B4-BE49-F238E27FC236}">
                <a16:creationId xmlns:a16="http://schemas.microsoft.com/office/drawing/2014/main" id="{F84FA8EF-9CC0-5E01-04EE-4F2B38F73CC6}"/>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Network collisions occur when two or more devices on a shared network segment try to transmit data simultaneously, causing the data packets to interfere with each other. This leads to data corruption, performance degradation, and increased latency as devices need to retransmit the collided packets. Collisions are more prevalent in networks using older technologies like hubs or in environments with high traffic and large network sizes. </a:t>
            </a:r>
          </a:p>
        </p:txBody>
      </p:sp>
      <p:pic>
        <p:nvPicPr>
          <p:cNvPr id="4" name="Picture 3" descr="Ethernet Collisions and Troubleshooting ⋆ IpCisco">
            <a:extLst>
              <a:ext uri="{FF2B5EF4-FFF2-40B4-BE49-F238E27FC236}">
                <a16:creationId xmlns:a16="http://schemas.microsoft.com/office/drawing/2014/main" id="{BB3C65A3-84BC-0DB8-142F-8BD006F138FE}"/>
              </a:ext>
            </a:extLst>
          </p:cNvPr>
          <p:cNvPicPr>
            <a:picLocks noChangeAspect="1"/>
          </p:cNvPicPr>
          <p:nvPr/>
        </p:nvPicPr>
        <p:blipFill>
          <a:blip r:embed="rId2"/>
          <a:stretch>
            <a:fillRect/>
          </a:stretch>
        </p:blipFill>
        <p:spPr>
          <a:xfrm>
            <a:off x="6759001" y="-235874"/>
            <a:ext cx="2924534" cy="2470569"/>
          </a:xfrm>
          <a:prstGeom prst="rect">
            <a:avLst/>
          </a:prstGeom>
        </p:spPr>
      </p:pic>
    </p:spTree>
    <p:extLst>
      <p:ext uri="{BB962C8B-B14F-4D97-AF65-F5344CB8AC3E}">
        <p14:creationId xmlns:p14="http://schemas.microsoft.com/office/powerpoint/2010/main" val="82099024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5078B-BF79-BD5F-AF36-9E217523A84A}"/>
              </a:ext>
            </a:extLst>
          </p:cNvPr>
          <p:cNvSpPr>
            <a:spLocks noGrp="1"/>
          </p:cNvSpPr>
          <p:nvPr>
            <p:ph type="title"/>
          </p:nvPr>
        </p:nvSpPr>
        <p:spPr/>
        <p:txBody>
          <a:bodyPr/>
          <a:lstStyle/>
          <a:p>
            <a:r>
              <a:rPr lang="en-US"/>
              <a:t>Duplex mismatch</a:t>
            </a:r>
          </a:p>
        </p:txBody>
      </p:sp>
      <p:sp>
        <p:nvSpPr>
          <p:cNvPr id="3" name="Content Placeholder 2">
            <a:extLst>
              <a:ext uri="{FF2B5EF4-FFF2-40B4-BE49-F238E27FC236}">
                <a16:creationId xmlns:a16="http://schemas.microsoft.com/office/drawing/2014/main" id="{824DDCA4-10E7-88F7-002B-4E9FE267E102}"/>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A duplex mismatch in networking occurs when two connected devices use different duplex settings, such as one being set to full duplex and the other to half duplex. This mismatch can lead to significant performance issues like slow speeds, high packet loss, and communication errors. </a:t>
            </a:r>
          </a:p>
        </p:txBody>
      </p:sp>
    </p:spTree>
    <p:extLst>
      <p:ext uri="{BB962C8B-B14F-4D97-AF65-F5344CB8AC3E}">
        <p14:creationId xmlns:p14="http://schemas.microsoft.com/office/powerpoint/2010/main" val="423631699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ABA39-3910-5859-FDAF-B674B052569C}"/>
              </a:ext>
            </a:extLst>
          </p:cNvPr>
          <p:cNvSpPr>
            <a:spLocks noGrp="1"/>
          </p:cNvSpPr>
          <p:nvPr>
            <p:ph type="title"/>
          </p:nvPr>
        </p:nvSpPr>
        <p:spPr/>
        <p:txBody>
          <a:bodyPr/>
          <a:lstStyle/>
          <a:p>
            <a:r>
              <a:rPr lang="en-US"/>
              <a:t>Cause of duplex mismatch</a:t>
            </a:r>
          </a:p>
        </p:txBody>
      </p:sp>
      <p:sp>
        <p:nvSpPr>
          <p:cNvPr id="3" name="Content Placeholder 2">
            <a:extLst>
              <a:ext uri="{FF2B5EF4-FFF2-40B4-BE49-F238E27FC236}">
                <a16:creationId xmlns:a16="http://schemas.microsoft.com/office/drawing/2014/main" id="{4452EB3D-02F1-A0E2-CB10-C22BEFDC75FA}"/>
              </a:ext>
            </a:extLst>
          </p:cNvPr>
          <p:cNvSpPr>
            <a:spLocks noGrp="1"/>
          </p:cNvSpPr>
          <p:nvPr>
            <p:ph idx="1"/>
          </p:nvPr>
        </p:nvSpPr>
        <p:spPr/>
        <p:txBody>
          <a:bodyPr vert="horz" lIns="91440" tIns="45720" rIns="91440" bIns="45720" rtlCol="0" anchor="t">
            <a:normAutofit/>
          </a:bodyPr>
          <a:lstStyle/>
          <a:p>
            <a:pPr marL="0" indent="0">
              <a:buNone/>
            </a:pPr>
            <a:r>
              <a:rPr lang="en-US" b="1">
                <a:latin typeface="Times New Roman"/>
                <a:cs typeface="Times New Roman"/>
              </a:rPr>
              <a:t>Manual Configuration:</a:t>
            </a:r>
            <a:endParaRPr lang="en-US" b="1"/>
          </a:p>
          <a:p>
            <a:r>
              <a:rPr lang="en-US">
                <a:latin typeface="Times New Roman"/>
                <a:cs typeface="Times New Roman"/>
              </a:rPr>
              <a:t>If one device is manually set to full duplex and the other is set to </a:t>
            </a:r>
            <a:r>
              <a:rPr lang="en-US" err="1">
                <a:latin typeface="Times New Roman"/>
                <a:cs typeface="Times New Roman"/>
              </a:rPr>
              <a:t>autonegotiate</a:t>
            </a:r>
            <a:r>
              <a:rPr lang="en-US">
                <a:latin typeface="Times New Roman"/>
                <a:cs typeface="Times New Roman"/>
              </a:rPr>
              <a:t> (which might default to half duplex), a mismatch can occur. </a:t>
            </a:r>
          </a:p>
          <a:p>
            <a:pPr marL="0" indent="0">
              <a:buNone/>
            </a:pPr>
            <a:r>
              <a:rPr lang="en-US" b="1" err="1">
                <a:latin typeface="Times New Roman"/>
                <a:cs typeface="Times New Roman"/>
              </a:rPr>
              <a:t>Autonegotiation</a:t>
            </a:r>
            <a:r>
              <a:rPr lang="en-US" b="1">
                <a:latin typeface="Times New Roman"/>
                <a:cs typeface="Times New Roman"/>
              </a:rPr>
              <a:t> Failure:</a:t>
            </a:r>
          </a:p>
          <a:p>
            <a:r>
              <a:rPr lang="en-US">
                <a:latin typeface="Times New Roman"/>
                <a:cs typeface="Times New Roman"/>
              </a:rPr>
              <a:t>When one device is set to </a:t>
            </a:r>
            <a:r>
              <a:rPr lang="en-US" err="1">
                <a:latin typeface="Times New Roman"/>
                <a:cs typeface="Times New Roman"/>
              </a:rPr>
              <a:t>autonegotiate</a:t>
            </a:r>
            <a:r>
              <a:rPr lang="en-US">
                <a:latin typeface="Times New Roman"/>
                <a:cs typeface="Times New Roman"/>
              </a:rPr>
              <a:t> and the other is not, or if </a:t>
            </a:r>
            <a:r>
              <a:rPr lang="en-US" err="1">
                <a:latin typeface="Times New Roman"/>
                <a:cs typeface="Times New Roman"/>
              </a:rPr>
              <a:t>autonegotiation</a:t>
            </a:r>
            <a:r>
              <a:rPr lang="en-US">
                <a:latin typeface="Times New Roman"/>
                <a:cs typeface="Times New Roman"/>
              </a:rPr>
              <a:t> fails, the devices may end up with mismatched settings. </a:t>
            </a:r>
          </a:p>
          <a:p>
            <a:endParaRPr lang="en-US"/>
          </a:p>
        </p:txBody>
      </p:sp>
    </p:spTree>
    <p:extLst>
      <p:ext uri="{BB962C8B-B14F-4D97-AF65-F5344CB8AC3E}">
        <p14:creationId xmlns:p14="http://schemas.microsoft.com/office/powerpoint/2010/main" val="25356487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3F44-65CC-D53A-9E1F-DB586E9B6C9A}"/>
              </a:ext>
            </a:extLst>
          </p:cNvPr>
          <p:cNvSpPr>
            <a:spLocks noGrp="1"/>
          </p:cNvSpPr>
          <p:nvPr>
            <p:ph type="title"/>
          </p:nvPr>
        </p:nvSpPr>
        <p:spPr/>
        <p:txBody>
          <a:bodyPr/>
          <a:lstStyle/>
          <a:p>
            <a:r>
              <a:rPr lang="en-US"/>
              <a:t>Fixing duplex mismatch</a:t>
            </a:r>
          </a:p>
        </p:txBody>
      </p:sp>
      <p:sp>
        <p:nvSpPr>
          <p:cNvPr id="3" name="Content Placeholder 2">
            <a:extLst>
              <a:ext uri="{FF2B5EF4-FFF2-40B4-BE49-F238E27FC236}">
                <a16:creationId xmlns:a16="http://schemas.microsoft.com/office/drawing/2014/main" id="{BE0BF94A-5239-BEE5-6E79-522C34EA1618}"/>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a:latin typeface="Times New Roman"/>
                <a:ea typeface="+mn-lt"/>
                <a:cs typeface="+mn-lt"/>
              </a:rPr>
              <a:t>Consistent Configuration:</a:t>
            </a:r>
            <a:endParaRPr lang="en-US">
              <a:latin typeface="Times New Roman"/>
              <a:cs typeface="Times New Roman"/>
            </a:endParaRPr>
          </a:p>
          <a:p>
            <a:r>
              <a:rPr lang="en-US">
                <a:latin typeface="Times New Roman"/>
                <a:ea typeface="+mn-lt"/>
                <a:cs typeface="+mn-lt"/>
              </a:rPr>
              <a:t>Ensure both devices on a link are either both manually configured for the same duplex setting or both using </a:t>
            </a:r>
            <a:r>
              <a:rPr lang="en-US" err="1">
                <a:latin typeface="Times New Roman"/>
                <a:ea typeface="+mn-lt"/>
                <a:cs typeface="+mn-lt"/>
              </a:rPr>
              <a:t>autonegotiation</a:t>
            </a:r>
            <a:r>
              <a:rPr lang="en-US">
                <a:latin typeface="Times New Roman"/>
                <a:ea typeface="+mn-lt"/>
                <a:cs typeface="+mn-lt"/>
              </a:rPr>
              <a:t>.</a:t>
            </a:r>
            <a:endParaRPr lang="en-US">
              <a:latin typeface="Times New Roman"/>
              <a:cs typeface="Times New Roman"/>
            </a:endParaRPr>
          </a:p>
          <a:p>
            <a:pPr marL="0" indent="0">
              <a:buNone/>
            </a:pPr>
            <a:r>
              <a:rPr lang="en-US" b="1">
                <a:latin typeface="Times New Roman"/>
                <a:ea typeface="+mn-lt"/>
                <a:cs typeface="+mn-lt"/>
              </a:rPr>
              <a:t>Disable </a:t>
            </a:r>
            <a:r>
              <a:rPr lang="en-US" b="1" err="1">
                <a:latin typeface="Times New Roman"/>
                <a:ea typeface="+mn-lt"/>
                <a:cs typeface="+mn-lt"/>
              </a:rPr>
              <a:t>Autonegotiation</a:t>
            </a:r>
            <a:r>
              <a:rPr lang="en-US" b="1">
                <a:latin typeface="Times New Roman"/>
                <a:ea typeface="+mn-lt"/>
                <a:cs typeface="+mn-lt"/>
              </a:rPr>
              <a:t> Sparingly:</a:t>
            </a:r>
            <a:endParaRPr lang="en-US">
              <a:latin typeface="Times New Roman"/>
              <a:cs typeface="Times New Roman"/>
            </a:endParaRPr>
          </a:p>
          <a:p>
            <a:r>
              <a:rPr lang="en-US">
                <a:latin typeface="Times New Roman"/>
                <a:ea typeface="+mn-lt"/>
                <a:cs typeface="+mn-lt"/>
              </a:rPr>
              <a:t>While </a:t>
            </a:r>
            <a:r>
              <a:rPr lang="en-US" err="1">
                <a:latin typeface="Times New Roman"/>
                <a:ea typeface="+mn-lt"/>
                <a:cs typeface="+mn-lt"/>
              </a:rPr>
              <a:t>autonegotiation</a:t>
            </a:r>
            <a:r>
              <a:rPr lang="en-US">
                <a:latin typeface="Times New Roman"/>
                <a:ea typeface="+mn-lt"/>
                <a:cs typeface="+mn-lt"/>
              </a:rPr>
              <a:t> is generally recommended, it should be disabled only when necessary and with careful consideration of the potential for mismatches.</a:t>
            </a:r>
            <a:endParaRPr lang="en-US">
              <a:latin typeface="Times New Roman"/>
              <a:cs typeface="Times New Roman"/>
            </a:endParaRPr>
          </a:p>
          <a:p>
            <a:pPr marL="0" indent="0">
              <a:buNone/>
            </a:pPr>
            <a:r>
              <a:rPr lang="en-US" b="1">
                <a:latin typeface="Times New Roman"/>
                <a:ea typeface="+mn-lt"/>
                <a:cs typeface="+mn-lt"/>
              </a:rPr>
              <a:t>Verify Settings:</a:t>
            </a:r>
          </a:p>
          <a:p>
            <a:r>
              <a:rPr lang="en-US">
                <a:latin typeface="Times New Roman"/>
                <a:ea typeface="+mn-lt"/>
                <a:cs typeface="+mn-lt"/>
              </a:rPr>
              <a:t>Regularly check the duplex settings on network devices to identify and correct any mismatches. </a:t>
            </a:r>
          </a:p>
          <a:p>
            <a:endParaRPr lang="en-US">
              <a:latin typeface="Times New Roman"/>
              <a:cs typeface="Times New Roman"/>
            </a:endParaRPr>
          </a:p>
        </p:txBody>
      </p:sp>
    </p:spTree>
    <p:extLst>
      <p:ext uri="{BB962C8B-B14F-4D97-AF65-F5344CB8AC3E}">
        <p14:creationId xmlns:p14="http://schemas.microsoft.com/office/powerpoint/2010/main" val="224084501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F3BE6-A610-7D41-FC84-FB38A9A597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8E8E83-7096-F3F7-6370-27C1E16B37B2}"/>
              </a:ext>
            </a:extLst>
          </p:cNvPr>
          <p:cNvSpPr>
            <a:spLocks noGrp="1"/>
          </p:cNvSpPr>
          <p:nvPr>
            <p:ph idx="1"/>
          </p:nvPr>
        </p:nvSpPr>
        <p:spPr/>
        <p:txBody>
          <a:bodyPr/>
          <a:lstStyle/>
          <a:p>
            <a:endParaRPr lang="en-IN"/>
          </a:p>
        </p:txBody>
      </p:sp>
      <p:pic>
        <p:nvPicPr>
          <p:cNvPr id="2050" name="Picture 2" descr="Next Generation Network Architecture | Download Scientific Diagram">
            <a:extLst>
              <a:ext uri="{FF2B5EF4-FFF2-40B4-BE49-F238E27FC236}">
                <a16:creationId xmlns:a16="http://schemas.microsoft.com/office/drawing/2014/main" id="{F17AB3A8-0AFF-FB0B-FCE2-F28778A0C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50" y="1825626"/>
            <a:ext cx="11776652" cy="4198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46361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D2CDD-356C-3821-7E5F-FC1B9FE48B44}"/>
              </a:ext>
            </a:extLst>
          </p:cNvPr>
          <p:cNvSpPr>
            <a:spLocks noGrp="1"/>
          </p:cNvSpPr>
          <p:nvPr>
            <p:ph type="title"/>
          </p:nvPr>
        </p:nvSpPr>
        <p:spPr/>
        <p:txBody>
          <a:bodyPr/>
          <a:lstStyle/>
          <a:p>
            <a:r>
              <a:rPr lang="en-US"/>
              <a:t>Next Gen Networking</a:t>
            </a:r>
          </a:p>
        </p:txBody>
      </p:sp>
      <p:sp>
        <p:nvSpPr>
          <p:cNvPr id="3" name="Content Placeholder 2">
            <a:extLst>
              <a:ext uri="{FF2B5EF4-FFF2-40B4-BE49-F238E27FC236}">
                <a16:creationId xmlns:a16="http://schemas.microsoft.com/office/drawing/2014/main" id="{F60E5FD0-E723-FABA-E7A2-F3A30D7E1690}"/>
              </a:ext>
            </a:extLst>
          </p:cNvPr>
          <p:cNvSpPr>
            <a:spLocks noGrp="1"/>
          </p:cNvSpPr>
          <p:nvPr>
            <p:ph idx="1"/>
          </p:nvPr>
        </p:nvSpPr>
        <p:spPr/>
        <p:txBody>
          <a:bodyPr vert="horz" lIns="91440" tIns="45720" rIns="91440" bIns="45720" rtlCol="0" anchor="t">
            <a:normAutofit/>
          </a:bodyPr>
          <a:lstStyle/>
          <a:p>
            <a:r>
              <a:rPr lang="en-US">
                <a:latin typeface="Times New Roman"/>
                <a:ea typeface="+mn-lt"/>
                <a:cs typeface="+mn-lt"/>
              </a:rPr>
              <a:t>Next-generation networking (NGN) generally refers to the evolution of telecommunications networks towards a packet-based, all-IP architecture, offering greater flexibility, scalability, and convergence of services. It aims to replace traditional circuit-switched networks with a unified, IP-based infrastructure that can handle diverse traffic types (voice, data, video) and support a wider range of applications and services. </a:t>
            </a:r>
          </a:p>
        </p:txBody>
      </p:sp>
      <p:pic>
        <p:nvPicPr>
          <p:cNvPr id="1026" name="Picture 2" descr="NexGen Networks | LinkedIn">
            <a:extLst>
              <a:ext uri="{FF2B5EF4-FFF2-40B4-BE49-F238E27FC236}">
                <a16:creationId xmlns:a16="http://schemas.microsoft.com/office/drawing/2014/main" id="{0EE80048-BD0E-24FE-03F2-6D6D2AC06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0675" y="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5715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F50A4-D785-9EE2-DCFD-9E6542C37A0A}"/>
              </a:ext>
            </a:extLst>
          </p:cNvPr>
          <p:cNvSpPr>
            <a:spLocks noGrp="1"/>
          </p:cNvSpPr>
          <p:nvPr>
            <p:ph type="title"/>
          </p:nvPr>
        </p:nvSpPr>
        <p:spPr/>
        <p:txBody>
          <a:bodyPr/>
          <a:lstStyle/>
          <a:p>
            <a:r>
              <a:rPr lang="en-IN" err="1"/>
              <a:t>Abberviations</a:t>
            </a:r>
            <a:endParaRPr lang="en-IN"/>
          </a:p>
        </p:txBody>
      </p:sp>
      <p:sp>
        <p:nvSpPr>
          <p:cNvPr id="3" name="Content Placeholder 2">
            <a:extLst>
              <a:ext uri="{FF2B5EF4-FFF2-40B4-BE49-F238E27FC236}">
                <a16:creationId xmlns:a16="http://schemas.microsoft.com/office/drawing/2014/main" id="{3DDF4681-3A09-F0B2-A6CF-5EAF6B3041A4}"/>
              </a:ext>
            </a:extLst>
          </p:cNvPr>
          <p:cNvSpPr>
            <a:spLocks noGrp="1"/>
          </p:cNvSpPr>
          <p:nvPr>
            <p:ph idx="1"/>
          </p:nvPr>
        </p:nvSpPr>
        <p:spPr/>
        <p:txBody>
          <a:bodyPr>
            <a:normAutofit lnSpcReduction="10000"/>
          </a:bodyPr>
          <a:lstStyle/>
          <a:p>
            <a:r>
              <a:rPr lang="en-US" b="1"/>
              <a:t>MPLS</a:t>
            </a:r>
            <a:r>
              <a:rPr lang="en-US"/>
              <a:t> (Multi-Protocol Label Switching) is a high-performance networking technique that speeds up and optimizes data traffic by replacing traditional IP routing with labels</a:t>
            </a:r>
          </a:p>
          <a:p>
            <a:r>
              <a:rPr lang="en-US" b="1"/>
              <a:t>BRAS</a:t>
            </a:r>
            <a:r>
              <a:rPr lang="en-US"/>
              <a:t> (Broadband Remote Access Server) is a crucial device located at an Internet Service Provider's (ISP) network that acts as a gateway between broadband subscriber networks and the provider's core network</a:t>
            </a:r>
          </a:p>
          <a:p>
            <a:r>
              <a:rPr lang="en-US" b="1"/>
              <a:t>PSTN</a:t>
            </a:r>
            <a:r>
              <a:rPr lang="en-US"/>
              <a:t> (Public Switched Telephone Network) is the global network of traditional, circuit-switched phone systems that connects users through physical lines and exchanges to transmit voice calls. </a:t>
            </a:r>
            <a:endParaRPr lang="en-IN"/>
          </a:p>
        </p:txBody>
      </p:sp>
    </p:spTree>
    <p:extLst>
      <p:ext uri="{BB962C8B-B14F-4D97-AF65-F5344CB8AC3E}">
        <p14:creationId xmlns:p14="http://schemas.microsoft.com/office/powerpoint/2010/main" val="139640461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9345-678C-FEAD-DC77-E9D4E9335EB3}"/>
              </a:ext>
            </a:extLst>
          </p:cNvPr>
          <p:cNvSpPr>
            <a:spLocks noGrp="1"/>
          </p:cNvSpPr>
          <p:nvPr>
            <p:ph type="title"/>
          </p:nvPr>
        </p:nvSpPr>
        <p:spPr/>
        <p:txBody>
          <a:bodyPr/>
          <a:lstStyle/>
          <a:p>
            <a:r>
              <a:rPr lang="en-IN"/>
              <a:t>Abbreviations…</a:t>
            </a:r>
          </a:p>
        </p:txBody>
      </p:sp>
      <p:sp>
        <p:nvSpPr>
          <p:cNvPr id="3" name="Content Placeholder 2">
            <a:extLst>
              <a:ext uri="{FF2B5EF4-FFF2-40B4-BE49-F238E27FC236}">
                <a16:creationId xmlns:a16="http://schemas.microsoft.com/office/drawing/2014/main" id="{CCF63D7A-E568-20B9-A95C-8F8892E16616}"/>
              </a:ext>
            </a:extLst>
          </p:cNvPr>
          <p:cNvSpPr>
            <a:spLocks noGrp="1"/>
          </p:cNvSpPr>
          <p:nvPr>
            <p:ph idx="1"/>
          </p:nvPr>
        </p:nvSpPr>
        <p:spPr/>
        <p:txBody>
          <a:bodyPr>
            <a:normAutofit/>
          </a:bodyPr>
          <a:lstStyle/>
          <a:p>
            <a:r>
              <a:rPr lang="en-US" b="1"/>
              <a:t>HGW</a:t>
            </a:r>
            <a:r>
              <a:rPr lang="en-US"/>
              <a:t> (Home Gateway) It is a device that interconnects a home's local area network (LAN) with the broader, external internet or wide-area network (WAN). A modern HGW is typically a single, multi-functional piece of hardware that combines the capabilities of a router, a modem, and a firewall. </a:t>
            </a:r>
          </a:p>
          <a:p>
            <a:r>
              <a:rPr lang="en-US" b="1" err="1"/>
              <a:t>xDSL</a:t>
            </a:r>
            <a:r>
              <a:rPr lang="en-US" b="1"/>
              <a:t> </a:t>
            </a:r>
            <a:r>
              <a:rPr lang="en-US"/>
              <a:t>(Digital Subscriber Line) is a generic term for a family of technologies that provide high-speed internet access over traditional copper telephone lines.</a:t>
            </a:r>
            <a:endParaRPr lang="en-IN"/>
          </a:p>
        </p:txBody>
      </p:sp>
    </p:spTree>
    <p:extLst>
      <p:ext uri="{BB962C8B-B14F-4D97-AF65-F5344CB8AC3E}">
        <p14:creationId xmlns:p14="http://schemas.microsoft.com/office/powerpoint/2010/main" val="35748907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80DA-9DF5-E155-724B-847F11BA45D2}"/>
              </a:ext>
            </a:extLst>
          </p:cNvPr>
          <p:cNvSpPr>
            <a:spLocks noGrp="1"/>
          </p:cNvSpPr>
          <p:nvPr>
            <p:ph type="title"/>
          </p:nvPr>
        </p:nvSpPr>
        <p:spPr/>
        <p:txBody>
          <a:bodyPr/>
          <a:lstStyle/>
          <a:p>
            <a:r>
              <a:rPr lang="en-IN"/>
              <a:t>Abbreviations </a:t>
            </a:r>
          </a:p>
        </p:txBody>
      </p:sp>
      <p:sp>
        <p:nvSpPr>
          <p:cNvPr id="3" name="Content Placeholder 2">
            <a:extLst>
              <a:ext uri="{FF2B5EF4-FFF2-40B4-BE49-F238E27FC236}">
                <a16:creationId xmlns:a16="http://schemas.microsoft.com/office/drawing/2014/main" id="{C1A79E39-FA7D-0045-AFD6-C46609A9D786}"/>
              </a:ext>
            </a:extLst>
          </p:cNvPr>
          <p:cNvSpPr>
            <a:spLocks noGrp="1"/>
          </p:cNvSpPr>
          <p:nvPr>
            <p:ph idx="1"/>
          </p:nvPr>
        </p:nvSpPr>
        <p:spPr/>
        <p:txBody>
          <a:bodyPr>
            <a:normAutofit/>
          </a:bodyPr>
          <a:lstStyle/>
          <a:p>
            <a:r>
              <a:rPr lang="en-US" b="1" err="1"/>
              <a:t>FTTx</a:t>
            </a:r>
            <a:r>
              <a:rPr lang="en-US" b="1"/>
              <a:t> </a:t>
            </a:r>
            <a:r>
              <a:rPr lang="en-US"/>
              <a:t>(Fiber to the X) is a broadband network architecture that uses fiber-optic cables to deliver telecommunications services, including high-speed internet, to various endpoints like homes, buildings, or curbs, with the "X" representing the specific location where the fiber terminates. </a:t>
            </a:r>
          </a:p>
          <a:p>
            <a:r>
              <a:rPr lang="en-US"/>
              <a:t> </a:t>
            </a:r>
            <a:r>
              <a:rPr lang="en-US" b="1"/>
              <a:t>HFC</a:t>
            </a:r>
            <a:r>
              <a:rPr lang="en-US"/>
              <a:t> (Hybrid Fiber Coax) network, is a broadband telecommunications network that combines fiber optic cables for high-capacity, long-distance data transmission with coaxial cables for the final connection to homes and businesses. </a:t>
            </a:r>
            <a:endParaRPr lang="en-IN"/>
          </a:p>
        </p:txBody>
      </p:sp>
      <p:pic>
        <p:nvPicPr>
          <p:cNvPr id="3074" name="Picture 2" descr="Introduction to HFC Hybrid Fiber Coaxial Architecture ...">
            <a:extLst>
              <a:ext uri="{FF2B5EF4-FFF2-40B4-BE49-F238E27FC236}">
                <a16:creationId xmlns:a16="http://schemas.microsoft.com/office/drawing/2014/main" id="{51B57A52-B7DC-4206-FD29-CAD28057F1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99172" y="0"/>
            <a:ext cx="2398717" cy="1690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80832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60309-0712-3A37-E874-09E27EFE9759}"/>
              </a:ext>
            </a:extLst>
          </p:cNvPr>
          <p:cNvSpPr>
            <a:spLocks noGrp="1"/>
          </p:cNvSpPr>
          <p:nvPr>
            <p:ph type="title"/>
          </p:nvPr>
        </p:nvSpPr>
        <p:spPr/>
        <p:txBody>
          <a:bodyPr/>
          <a:lstStyle/>
          <a:p>
            <a:r>
              <a:rPr lang="en-IN"/>
              <a:t>Abbreviations…</a:t>
            </a:r>
          </a:p>
        </p:txBody>
      </p:sp>
      <p:sp>
        <p:nvSpPr>
          <p:cNvPr id="3" name="Content Placeholder 2">
            <a:extLst>
              <a:ext uri="{FF2B5EF4-FFF2-40B4-BE49-F238E27FC236}">
                <a16:creationId xmlns:a16="http://schemas.microsoft.com/office/drawing/2014/main" id="{792EC517-8C54-7889-89A5-4590CBEB2713}"/>
              </a:ext>
            </a:extLst>
          </p:cNvPr>
          <p:cNvSpPr>
            <a:spLocks noGrp="1"/>
          </p:cNvSpPr>
          <p:nvPr>
            <p:ph idx="1"/>
          </p:nvPr>
        </p:nvSpPr>
        <p:spPr/>
        <p:txBody>
          <a:bodyPr>
            <a:normAutofit/>
          </a:bodyPr>
          <a:lstStyle/>
          <a:p>
            <a:pPr fontAlgn="ctr"/>
            <a:r>
              <a:rPr lang="en-US" b="1"/>
              <a:t>VoIP</a:t>
            </a:r>
            <a:r>
              <a:rPr lang="en-US"/>
              <a:t> (Voice over Internet Protocol) is a technology that converts voice into digital data packets to be transmitted over an IP network, such as the internet or a local network, instead of traditional analog phone lines.</a:t>
            </a:r>
            <a:br>
              <a:rPr lang="en-US"/>
            </a:br>
            <a:endParaRPr lang="en-IN"/>
          </a:p>
        </p:txBody>
      </p:sp>
      <p:pic>
        <p:nvPicPr>
          <p:cNvPr id="4098" name="Picture 2" descr="Voice over Internet Protocol (VoIP) - GeeksforGeeks">
            <a:extLst>
              <a:ext uri="{FF2B5EF4-FFF2-40B4-BE49-F238E27FC236}">
                <a16:creationId xmlns:a16="http://schemas.microsoft.com/office/drawing/2014/main" id="{20480289-E0FA-7D0F-0229-A7F0413BF3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660" y="3300766"/>
            <a:ext cx="3588883" cy="287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7256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Application>Microsoft Office PowerPoint</Application>
  <PresentationFormat>Widescreen</PresentationFormat>
  <Slides>175</Slides>
  <Notes>0</Notes>
  <HiddenSlides>0</HiddenSlides>
  <ScaleCrop>false</ScaleCrop>
  <HeadingPairs>
    <vt:vector size="4" baseType="variant">
      <vt:variant>
        <vt:lpstr>Theme</vt:lpstr>
      </vt:variant>
      <vt:variant>
        <vt:i4>1</vt:i4>
      </vt:variant>
      <vt:variant>
        <vt:lpstr>Slide Titles</vt:lpstr>
      </vt:variant>
      <vt:variant>
        <vt:i4>175</vt:i4>
      </vt:variant>
    </vt:vector>
  </HeadingPairs>
  <TitlesOfParts>
    <vt:vector size="176" baseType="lpstr">
      <vt:lpstr>Wood Type</vt:lpstr>
      <vt:lpstr>PowerPoint Presentation</vt:lpstr>
      <vt:lpstr>Defining a network</vt:lpstr>
      <vt:lpstr>Main components of Networking</vt:lpstr>
      <vt:lpstr>PowerPoint Presentation</vt:lpstr>
      <vt:lpstr>Network</vt:lpstr>
      <vt:lpstr>Benefits of Networking</vt:lpstr>
      <vt:lpstr>Network types</vt:lpstr>
      <vt:lpstr>Network types…</vt:lpstr>
      <vt:lpstr>Types…</vt:lpstr>
      <vt:lpstr>Network standards</vt:lpstr>
      <vt:lpstr>Important points for Network standards</vt:lpstr>
      <vt:lpstr>Importance of networking</vt:lpstr>
      <vt:lpstr>Network components</vt:lpstr>
      <vt:lpstr>Network components…</vt:lpstr>
      <vt:lpstr>Network components</vt:lpstr>
      <vt:lpstr>Wireless routers</vt:lpstr>
      <vt:lpstr>IDS/IPS</vt:lpstr>
      <vt:lpstr>Load balancer</vt:lpstr>
      <vt:lpstr>Proxy</vt:lpstr>
      <vt:lpstr>Wireless AP</vt:lpstr>
      <vt:lpstr>Networking standards…</vt:lpstr>
      <vt:lpstr>Wireless LAN controller</vt:lpstr>
      <vt:lpstr>What is the job of a switch</vt:lpstr>
      <vt:lpstr>What are routers</vt:lpstr>
      <vt:lpstr>Switching and routing</vt:lpstr>
      <vt:lpstr>Switching and forwarding…</vt:lpstr>
      <vt:lpstr>Networking Models</vt:lpstr>
      <vt:lpstr>OSI</vt:lpstr>
      <vt:lpstr>OSI Model</vt:lpstr>
      <vt:lpstr>The layers of OSI model</vt:lpstr>
      <vt:lpstr>Application layer</vt:lpstr>
      <vt:lpstr>Presentation Layer</vt:lpstr>
      <vt:lpstr>Session Layer</vt:lpstr>
      <vt:lpstr>Transport Layer</vt:lpstr>
      <vt:lpstr>Network layer</vt:lpstr>
      <vt:lpstr>Data Link layer</vt:lpstr>
      <vt:lpstr>Physical Layer</vt:lpstr>
      <vt:lpstr>How the data flows in OSI</vt:lpstr>
      <vt:lpstr>How the data flows in OSI</vt:lpstr>
      <vt:lpstr>TCP/IP Model</vt:lpstr>
      <vt:lpstr>The TCP/IP model</vt:lpstr>
      <vt:lpstr>Transport Layer</vt:lpstr>
      <vt:lpstr>Internet Layer</vt:lpstr>
      <vt:lpstr>Link Layer</vt:lpstr>
      <vt:lpstr>PowerPoint Presentation</vt:lpstr>
      <vt:lpstr>The Action </vt:lpstr>
      <vt:lpstr>Key functions</vt:lpstr>
      <vt:lpstr>Key functions…</vt:lpstr>
      <vt:lpstr>Key functions…</vt:lpstr>
      <vt:lpstr>Key functions…</vt:lpstr>
      <vt:lpstr>Key functions…</vt:lpstr>
      <vt:lpstr>IP Addressing and subnetting</vt:lpstr>
      <vt:lpstr>IP addressing</vt:lpstr>
      <vt:lpstr>IP Addressing</vt:lpstr>
      <vt:lpstr>IP Addressing</vt:lpstr>
      <vt:lpstr>Subnet</vt:lpstr>
      <vt:lpstr>PowerPoint Presentation</vt:lpstr>
      <vt:lpstr>IP addressing fundamentals</vt:lpstr>
      <vt:lpstr>Types</vt:lpstr>
      <vt:lpstr>Types of IPV4</vt:lpstr>
      <vt:lpstr>Types of IPV4</vt:lpstr>
      <vt:lpstr>Network Topologies</vt:lpstr>
      <vt:lpstr>What is topology</vt:lpstr>
      <vt:lpstr>Types of topologies</vt:lpstr>
      <vt:lpstr>Point to Point</vt:lpstr>
      <vt:lpstr>Bus </vt:lpstr>
      <vt:lpstr>Bus topology</vt:lpstr>
      <vt:lpstr>Star</vt:lpstr>
      <vt:lpstr>Star </vt:lpstr>
      <vt:lpstr>Ring</vt:lpstr>
      <vt:lpstr>Mesh</vt:lpstr>
      <vt:lpstr>PowerPoint Presentation</vt:lpstr>
      <vt:lpstr>Two tier</vt:lpstr>
      <vt:lpstr>3-Tier</vt:lpstr>
      <vt:lpstr>Spine Leaf :          </vt:lpstr>
      <vt:lpstr>Hub and spoke</vt:lpstr>
      <vt:lpstr>IPV6</vt:lpstr>
      <vt:lpstr>IPv6 Addressing</vt:lpstr>
      <vt:lpstr>PowerPoint Presentation</vt:lpstr>
      <vt:lpstr>PowerPoint Presentation</vt:lpstr>
      <vt:lpstr>Switching</vt:lpstr>
      <vt:lpstr>Switching </vt:lpstr>
      <vt:lpstr>VLAN</vt:lpstr>
      <vt:lpstr>STP</vt:lpstr>
      <vt:lpstr>RSTP</vt:lpstr>
      <vt:lpstr>MSTP</vt:lpstr>
      <vt:lpstr>Stacking</vt:lpstr>
      <vt:lpstr>VSS</vt:lpstr>
      <vt:lpstr>Routing</vt:lpstr>
      <vt:lpstr>What is routing</vt:lpstr>
      <vt:lpstr>Static routing</vt:lpstr>
      <vt:lpstr>EIGRP</vt:lpstr>
      <vt:lpstr>OSPF</vt:lpstr>
      <vt:lpstr>BGP</vt:lpstr>
      <vt:lpstr>Security access list</vt:lpstr>
      <vt:lpstr>Access List</vt:lpstr>
      <vt:lpstr>How ACL works</vt:lpstr>
      <vt:lpstr>NAT</vt:lpstr>
      <vt:lpstr>PowerPoint Presentation</vt:lpstr>
      <vt:lpstr>How NAT works</vt:lpstr>
      <vt:lpstr>PAT</vt:lpstr>
      <vt:lpstr>How PAT works</vt:lpstr>
      <vt:lpstr> </vt:lpstr>
      <vt:lpstr>Network services</vt:lpstr>
      <vt:lpstr>DHCP </vt:lpstr>
      <vt:lpstr>How DHCP works</vt:lpstr>
      <vt:lpstr>DNS</vt:lpstr>
      <vt:lpstr>How DNS works</vt:lpstr>
      <vt:lpstr>How DNS works...</vt:lpstr>
      <vt:lpstr>TFTP service</vt:lpstr>
      <vt:lpstr>SSH</vt:lpstr>
      <vt:lpstr>HTTP</vt:lpstr>
      <vt:lpstr>Telnet</vt:lpstr>
      <vt:lpstr>SNMP</vt:lpstr>
      <vt:lpstr>TACACS+</vt:lpstr>
      <vt:lpstr>RADIUS</vt:lpstr>
      <vt:lpstr>Syslog </vt:lpstr>
      <vt:lpstr>SNMP</vt:lpstr>
      <vt:lpstr>NTP</vt:lpstr>
      <vt:lpstr>RF basics</vt:lpstr>
      <vt:lpstr>RF</vt:lpstr>
      <vt:lpstr>802.11 standard</vt:lpstr>
      <vt:lpstr>PowerPoint Presentation</vt:lpstr>
      <vt:lpstr>802.11 standards </vt:lpstr>
      <vt:lpstr>802.11 standards...</vt:lpstr>
      <vt:lpstr>Wireless authentication</vt:lpstr>
      <vt:lpstr>Encryption</vt:lpstr>
      <vt:lpstr>WPA</vt:lpstr>
      <vt:lpstr>WPA2</vt:lpstr>
      <vt:lpstr>WPA3</vt:lpstr>
      <vt:lpstr>Connection types</vt:lpstr>
      <vt:lpstr>DCI</vt:lpstr>
      <vt:lpstr>WAN interconnect</vt:lpstr>
      <vt:lpstr>P2P</vt:lpstr>
      <vt:lpstr>MPLS</vt:lpstr>
      <vt:lpstr>PPPOE</vt:lpstr>
      <vt:lpstr>xDSL</vt:lpstr>
      <vt:lpstr>What is xDSL</vt:lpstr>
      <vt:lpstr>Dark fiber</vt:lpstr>
      <vt:lpstr>What is dark fiber</vt:lpstr>
      <vt:lpstr>Cables </vt:lpstr>
      <vt:lpstr>Cables </vt:lpstr>
      <vt:lpstr>Twisted pair cables</vt:lpstr>
      <vt:lpstr>Cables </vt:lpstr>
      <vt:lpstr>Cables </vt:lpstr>
      <vt:lpstr>Cloud connectivity</vt:lpstr>
      <vt:lpstr>Cloud connectivity...</vt:lpstr>
      <vt:lpstr>Cloud connectivity...</vt:lpstr>
      <vt:lpstr>EXPRESSROUTE</vt:lpstr>
      <vt:lpstr>Direct Connect</vt:lpstr>
      <vt:lpstr>Cloud interconnect</vt:lpstr>
      <vt:lpstr>Physical interconnect</vt:lpstr>
      <vt:lpstr>CAT6</vt:lpstr>
      <vt:lpstr>CAT7</vt:lpstr>
      <vt:lpstr>RJ45 </vt:lpstr>
      <vt:lpstr>RJ11</vt:lpstr>
      <vt:lpstr>Fiber SMF</vt:lpstr>
      <vt:lpstr>MMF </vt:lpstr>
      <vt:lpstr>SPF</vt:lpstr>
      <vt:lpstr>SPF+</vt:lpstr>
      <vt:lpstr>LC connector</vt:lpstr>
      <vt:lpstr>SC connector</vt:lpstr>
      <vt:lpstr>ST connector</vt:lpstr>
      <vt:lpstr>Interface issue</vt:lpstr>
      <vt:lpstr>Cable issue</vt:lpstr>
      <vt:lpstr>Network collision</vt:lpstr>
      <vt:lpstr>Duplex mismatch</vt:lpstr>
      <vt:lpstr>Cause of duplex mismatch</vt:lpstr>
      <vt:lpstr>Fixing duplex mismatch</vt:lpstr>
      <vt:lpstr>PowerPoint Presentation</vt:lpstr>
      <vt:lpstr>Next Gen Networking</vt:lpstr>
      <vt:lpstr>Abberviations</vt:lpstr>
      <vt:lpstr>Abbreviations…</vt:lpstr>
      <vt:lpstr>Abbreviations </vt:lpstr>
      <vt:lpstr>Abbreviations…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Rajendra Kumar (Contractor)</dc:creator>
  <cp:revision>7</cp:revision>
  <dcterms:created xsi:type="dcterms:W3CDTF">2025-05-16T09:12:01Z</dcterms:created>
  <dcterms:modified xsi:type="dcterms:W3CDTF">2025-10-13T16:15:41Z</dcterms:modified>
</cp:coreProperties>
</file>